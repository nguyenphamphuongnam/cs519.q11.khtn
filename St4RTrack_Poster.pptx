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
  </p:notesMasterIdLst>
  <p:sldIdLst>
    <p:sldId id="256" r:id="rId2"/>
  </p:sldIdLst>
  <p:sldSz cx="10691813" cy="15117763"/>
  <p:notesSz cx="7099300" cy="10234613"/>
  <p:embeddedFontLst>
    <p:embeddedFont>
      <p:font typeface="Tahoma" panose="020B0604030504040204" pitchFamily="34" charset="0"/>
      <p:regular r:id="rId4"/>
      <p:bold r:id="rId5"/>
    </p:embeddedFont>
    <p:embeddedFont>
      <p:font typeface="Times" panose="02020603050405020304" pitchFamily="18" charset="0"/>
      <p:regular r:id="rId6"/>
      <p:bold r:id="rId7"/>
      <p:italic r:id="rId8"/>
      <p:boldItalic r:id="rId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9312">
          <p15:clr>
            <a:srgbClr val="000000"/>
          </p15:clr>
        </p15:guide>
        <p15:guide id="2" orient="horz" pos="232">
          <p15:clr>
            <a:srgbClr val="000000"/>
          </p15:clr>
        </p15:guide>
        <p15:guide id="3" orient="horz" pos="8880">
          <p15:clr>
            <a:srgbClr val="000000"/>
          </p15:clr>
        </p15:guide>
        <p15:guide id="4" pos="3816">
          <p15:clr>
            <a:srgbClr val="000000"/>
          </p15:clr>
        </p15:guide>
        <p15:guide id="5" pos="240">
          <p15:clr>
            <a:srgbClr val="000000"/>
          </p15:clr>
        </p15:guide>
        <p15:guide id="6" pos="6506">
          <p15:clr>
            <a:srgbClr val="000000"/>
          </p15:clr>
        </p15:guide>
        <p15:guide id="7" pos="3186">
          <p15:clr>
            <a:srgbClr val="000000"/>
          </p15:clr>
        </p15:guide>
        <p15:guide id="8" pos="3444">
          <p15:clr>
            <a:srgbClr val="000000"/>
          </p15:clr>
        </p15:guide>
        <p15:guide id="9" pos="6488">
          <p15:clr>
            <a:srgbClr val="000000"/>
          </p15:clr>
        </p15:guide>
        <p15:guide id="10" pos="248">
          <p15:clr>
            <a:srgbClr val="000000"/>
          </p15:clr>
        </p15:guide>
        <p15:guide id="11" orient="horz" pos="1440">
          <p15:clr>
            <a:srgbClr val="9AA0A6"/>
          </p15:clr>
        </p15:guide>
        <p15:guide id="12" orient="horz" pos="5037">
          <p15:clr>
            <a:srgbClr val="9AA0A6"/>
          </p15:clr>
        </p15:guide>
      </p15:sldGuideLst>
    </p:ext>
    <p:ext uri="{2D200454-40CA-4A62-9FC3-DE9A4176ACB9}">
      <p15:notesGuideLst xmlns:p15="http://schemas.microsoft.com/office/powerpoint/2012/main">
        <p15:guide id="1" orient="horz" pos="3224">
          <p15:clr>
            <a:srgbClr val="000000"/>
          </p15:clr>
        </p15:guide>
        <p15:guide id="2" pos="2236">
          <p15:clr>
            <a:srgbClr val="000000"/>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2" d="100"/>
          <a:sy n="32" d="100"/>
        </p:scale>
        <p:origin x="2112" y="42"/>
      </p:cViewPr>
      <p:guideLst>
        <p:guide orient="horz" pos="9312"/>
        <p:guide orient="horz" pos="232"/>
        <p:guide orient="horz" pos="8880"/>
        <p:guide pos="3816"/>
        <p:guide pos="240"/>
        <p:guide pos="6506"/>
        <p:guide pos="3186"/>
        <p:guide pos="3444"/>
        <p:guide pos="6488"/>
        <p:guide pos="248"/>
        <p:guide orient="horz" pos="1440"/>
        <p:guide orient="horz" pos="5037"/>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3224"/>
        <p:guide pos="2236"/>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font" Target="fonts/font4.fntdata"/><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viewProps" Target="viewProps.xml"/><Relationship Id="rId5" Type="http://schemas.openxmlformats.org/officeDocument/2006/relationships/font" Target="fonts/font2.fntdata"/><Relationship Id="rId10" Type="http://schemas.openxmlformats.org/officeDocument/2006/relationships/presProps" Target="presProps.xml"/><Relationship Id="rId4" Type="http://schemas.openxmlformats.org/officeDocument/2006/relationships/font" Target="fonts/font1.fntdata"/><Relationship Id="rId9"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86100" cy="515937"/>
          </a:xfrm>
          <a:prstGeom prst="rect">
            <a:avLst/>
          </a:prstGeom>
          <a:noFill/>
          <a:ln>
            <a:noFill/>
          </a:ln>
        </p:spPr>
        <p:txBody>
          <a:bodyPr spcFirstLastPara="1" wrap="square" lIns="61375" tIns="30675" rIns="61375" bIns="30675" anchor="t" anchorCtr="0">
            <a:noAutofit/>
          </a:bodyPr>
          <a:lstStyle>
            <a:lvl1pPr marR="0" lvl="0" algn="l" rtl="0">
              <a:lnSpc>
                <a:spcPct val="100000"/>
              </a:lnSpc>
              <a:spcBef>
                <a:spcPts val="0"/>
              </a:spcBef>
              <a:spcAft>
                <a:spcPts val="0"/>
              </a:spcAft>
              <a:buSzPts val="1400"/>
              <a:buNone/>
              <a:defRPr sz="2400" b="0" i="0" u="none" strike="noStrike" cap="none">
                <a:solidFill>
                  <a:srgbClr val="000000"/>
                </a:solidFill>
                <a:latin typeface="Times"/>
                <a:ea typeface="Times"/>
                <a:cs typeface="Times"/>
                <a:sym typeface="Times"/>
              </a:defRPr>
            </a:lvl1pPr>
            <a:lvl2pPr marR="0" lvl="1" algn="l" rtl="0">
              <a:lnSpc>
                <a:spcPct val="100000"/>
              </a:lnSpc>
              <a:spcBef>
                <a:spcPts val="0"/>
              </a:spcBef>
              <a:spcAft>
                <a:spcPts val="0"/>
              </a:spcAft>
              <a:buSzPts val="1400"/>
              <a:buNone/>
              <a:defRPr sz="2400" b="0" i="0" u="none" strike="noStrike" cap="none">
                <a:solidFill>
                  <a:srgbClr val="000000"/>
                </a:solidFill>
                <a:latin typeface="Times"/>
                <a:ea typeface="Times"/>
                <a:cs typeface="Times"/>
                <a:sym typeface="Times"/>
              </a:defRPr>
            </a:lvl2pPr>
            <a:lvl3pPr marR="0" lvl="2" algn="l" rtl="0">
              <a:lnSpc>
                <a:spcPct val="100000"/>
              </a:lnSpc>
              <a:spcBef>
                <a:spcPts val="0"/>
              </a:spcBef>
              <a:spcAft>
                <a:spcPts val="0"/>
              </a:spcAft>
              <a:buSzPts val="1400"/>
              <a:buNone/>
              <a:defRPr sz="2400" b="0" i="0" u="none" strike="noStrike" cap="none">
                <a:solidFill>
                  <a:srgbClr val="000000"/>
                </a:solidFill>
                <a:latin typeface="Times"/>
                <a:ea typeface="Times"/>
                <a:cs typeface="Times"/>
                <a:sym typeface="Times"/>
              </a:defRPr>
            </a:lvl3pPr>
            <a:lvl4pPr marR="0" lvl="3" algn="l" rtl="0">
              <a:lnSpc>
                <a:spcPct val="100000"/>
              </a:lnSpc>
              <a:spcBef>
                <a:spcPts val="0"/>
              </a:spcBef>
              <a:spcAft>
                <a:spcPts val="0"/>
              </a:spcAft>
              <a:buSzPts val="1400"/>
              <a:buNone/>
              <a:defRPr sz="2400" b="0" i="0" u="none" strike="noStrike" cap="none">
                <a:solidFill>
                  <a:srgbClr val="000000"/>
                </a:solidFill>
                <a:latin typeface="Times"/>
                <a:ea typeface="Times"/>
                <a:cs typeface="Times"/>
                <a:sym typeface="Times"/>
              </a:defRPr>
            </a:lvl4pPr>
            <a:lvl5pPr marR="0" lvl="4" algn="l" rtl="0">
              <a:lnSpc>
                <a:spcPct val="100000"/>
              </a:lnSpc>
              <a:spcBef>
                <a:spcPts val="0"/>
              </a:spcBef>
              <a:spcAft>
                <a:spcPts val="0"/>
              </a:spcAft>
              <a:buSzPts val="1400"/>
              <a:buNone/>
              <a:defRPr sz="2400" b="0" i="0" u="none" strike="noStrike" cap="none">
                <a:solidFill>
                  <a:srgbClr val="000000"/>
                </a:solidFill>
                <a:latin typeface="Times"/>
                <a:ea typeface="Times"/>
                <a:cs typeface="Times"/>
                <a:sym typeface="Times"/>
              </a:defRPr>
            </a:lvl5pPr>
            <a:lvl6pPr marR="0" lvl="5" algn="l" rtl="0">
              <a:lnSpc>
                <a:spcPct val="100000"/>
              </a:lnSpc>
              <a:spcBef>
                <a:spcPts val="0"/>
              </a:spcBef>
              <a:spcAft>
                <a:spcPts val="0"/>
              </a:spcAft>
              <a:buSzPts val="1400"/>
              <a:buNone/>
              <a:defRPr sz="2400" b="0" i="0" u="none" strike="noStrike" cap="none">
                <a:solidFill>
                  <a:srgbClr val="000000"/>
                </a:solidFill>
                <a:latin typeface="Times"/>
                <a:ea typeface="Times"/>
                <a:cs typeface="Times"/>
                <a:sym typeface="Times"/>
              </a:defRPr>
            </a:lvl6pPr>
            <a:lvl7pPr marR="0" lvl="6" algn="l" rtl="0">
              <a:lnSpc>
                <a:spcPct val="100000"/>
              </a:lnSpc>
              <a:spcBef>
                <a:spcPts val="0"/>
              </a:spcBef>
              <a:spcAft>
                <a:spcPts val="0"/>
              </a:spcAft>
              <a:buSzPts val="1400"/>
              <a:buNone/>
              <a:defRPr sz="2400" b="0" i="0" u="none" strike="noStrike" cap="none">
                <a:solidFill>
                  <a:srgbClr val="000000"/>
                </a:solidFill>
                <a:latin typeface="Times"/>
                <a:ea typeface="Times"/>
                <a:cs typeface="Times"/>
                <a:sym typeface="Times"/>
              </a:defRPr>
            </a:lvl7pPr>
            <a:lvl8pPr marR="0" lvl="7" algn="l" rtl="0">
              <a:lnSpc>
                <a:spcPct val="100000"/>
              </a:lnSpc>
              <a:spcBef>
                <a:spcPts val="0"/>
              </a:spcBef>
              <a:spcAft>
                <a:spcPts val="0"/>
              </a:spcAft>
              <a:buSzPts val="1400"/>
              <a:buNone/>
              <a:defRPr sz="2400" b="0" i="0" u="none" strike="noStrike" cap="none">
                <a:solidFill>
                  <a:srgbClr val="000000"/>
                </a:solidFill>
                <a:latin typeface="Times"/>
                <a:ea typeface="Times"/>
                <a:cs typeface="Times"/>
                <a:sym typeface="Times"/>
              </a:defRPr>
            </a:lvl8pPr>
            <a:lvl9pPr marR="0" lvl="8" algn="l" rtl="0">
              <a:lnSpc>
                <a:spcPct val="100000"/>
              </a:lnSpc>
              <a:spcBef>
                <a:spcPts val="0"/>
              </a:spcBef>
              <a:spcAft>
                <a:spcPts val="0"/>
              </a:spcAft>
              <a:buSzPts val="1400"/>
              <a:buNone/>
              <a:defRPr sz="2400" b="0" i="0" u="none" strike="noStrike" cap="none">
                <a:solidFill>
                  <a:srgbClr val="000000"/>
                </a:solidFill>
                <a:latin typeface="Times"/>
                <a:ea typeface="Times"/>
                <a:cs typeface="Times"/>
                <a:sym typeface="Times"/>
              </a:defRPr>
            </a:lvl9pPr>
          </a:lstStyle>
          <a:p>
            <a:endParaRPr/>
          </a:p>
        </p:txBody>
      </p:sp>
      <p:sp>
        <p:nvSpPr>
          <p:cNvPr id="4" name="Google Shape;4;n"/>
          <p:cNvSpPr txBox="1">
            <a:spLocks noGrp="1"/>
          </p:cNvSpPr>
          <p:nvPr>
            <p:ph type="dt" idx="10"/>
          </p:nvPr>
        </p:nvSpPr>
        <p:spPr>
          <a:xfrm>
            <a:off x="3997325" y="0"/>
            <a:ext cx="3086100" cy="515937"/>
          </a:xfrm>
          <a:prstGeom prst="rect">
            <a:avLst/>
          </a:prstGeom>
          <a:noFill/>
          <a:ln>
            <a:noFill/>
          </a:ln>
        </p:spPr>
        <p:txBody>
          <a:bodyPr spcFirstLastPara="1" wrap="square" lIns="61375" tIns="30675" rIns="61375" bIns="30675" anchor="t" anchorCtr="0">
            <a:noAutofit/>
          </a:bodyPr>
          <a:lstStyle>
            <a:lvl1pPr marR="0" lvl="0" algn="l" rtl="0">
              <a:lnSpc>
                <a:spcPct val="100000"/>
              </a:lnSpc>
              <a:spcBef>
                <a:spcPts val="0"/>
              </a:spcBef>
              <a:spcAft>
                <a:spcPts val="0"/>
              </a:spcAft>
              <a:buSzPts val="1400"/>
              <a:buNone/>
              <a:defRPr sz="2400" b="0" i="0" u="none" strike="noStrike" cap="none">
                <a:solidFill>
                  <a:srgbClr val="000000"/>
                </a:solidFill>
                <a:latin typeface="Times"/>
                <a:ea typeface="Times"/>
                <a:cs typeface="Times"/>
                <a:sym typeface="Times"/>
              </a:defRPr>
            </a:lvl1pPr>
            <a:lvl2pPr marR="0" lvl="1" algn="l" rtl="0">
              <a:lnSpc>
                <a:spcPct val="100000"/>
              </a:lnSpc>
              <a:spcBef>
                <a:spcPts val="0"/>
              </a:spcBef>
              <a:spcAft>
                <a:spcPts val="0"/>
              </a:spcAft>
              <a:buSzPts val="1400"/>
              <a:buNone/>
              <a:defRPr sz="2400" b="0" i="0" u="none" strike="noStrike" cap="none">
                <a:solidFill>
                  <a:srgbClr val="000000"/>
                </a:solidFill>
                <a:latin typeface="Times"/>
                <a:ea typeface="Times"/>
                <a:cs typeface="Times"/>
                <a:sym typeface="Times"/>
              </a:defRPr>
            </a:lvl2pPr>
            <a:lvl3pPr marR="0" lvl="2" algn="l" rtl="0">
              <a:lnSpc>
                <a:spcPct val="100000"/>
              </a:lnSpc>
              <a:spcBef>
                <a:spcPts val="0"/>
              </a:spcBef>
              <a:spcAft>
                <a:spcPts val="0"/>
              </a:spcAft>
              <a:buSzPts val="1400"/>
              <a:buNone/>
              <a:defRPr sz="2400" b="0" i="0" u="none" strike="noStrike" cap="none">
                <a:solidFill>
                  <a:srgbClr val="000000"/>
                </a:solidFill>
                <a:latin typeface="Times"/>
                <a:ea typeface="Times"/>
                <a:cs typeface="Times"/>
                <a:sym typeface="Times"/>
              </a:defRPr>
            </a:lvl3pPr>
            <a:lvl4pPr marR="0" lvl="3" algn="l" rtl="0">
              <a:lnSpc>
                <a:spcPct val="100000"/>
              </a:lnSpc>
              <a:spcBef>
                <a:spcPts val="0"/>
              </a:spcBef>
              <a:spcAft>
                <a:spcPts val="0"/>
              </a:spcAft>
              <a:buSzPts val="1400"/>
              <a:buNone/>
              <a:defRPr sz="2400" b="0" i="0" u="none" strike="noStrike" cap="none">
                <a:solidFill>
                  <a:srgbClr val="000000"/>
                </a:solidFill>
                <a:latin typeface="Times"/>
                <a:ea typeface="Times"/>
                <a:cs typeface="Times"/>
                <a:sym typeface="Times"/>
              </a:defRPr>
            </a:lvl4pPr>
            <a:lvl5pPr marR="0" lvl="4" algn="l" rtl="0">
              <a:lnSpc>
                <a:spcPct val="100000"/>
              </a:lnSpc>
              <a:spcBef>
                <a:spcPts val="0"/>
              </a:spcBef>
              <a:spcAft>
                <a:spcPts val="0"/>
              </a:spcAft>
              <a:buSzPts val="1400"/>
              <a:buNone/>
              <a:defRPr sz="2400" b="0" i="0" u="none" strike="noStrike" cap="none">
                <a:solidFill>
                  <a:srgbClr val="000000"/>
                </a:solidFill>
                <a:latin typeface="Times"/>
                <a:ea typeface="Times"/>
                <a:cs typeface="Times"/>
                <a:sym typeface="Times"/>
              </a:defRPr>
            </a:lvl5pPr>
            <a:lvl6pPr marR="0" lvl="5" algn="l" rtl="0">
              <a:lnSpc>
                <a:spcPct val="100000"/>
              </a:lnSpc>
              <a:spcBef>
                <a:spcPts val="0"/>
              </a:spcBef>
              <a:spcAft>
                <a:spcPts val="0"/>
              </a:spcAft>
              <a:buSzPts val="1400"/>
              <a:buNone/>
              <a:defRPr sz="2400" b="0" i="0" u="none" strike="noStrike" cap="none">
                <a:solidFill>
                  <a:srgbClr val="000000"/>
                </a:solidFill>
                <a:latin typeface="Times"/>
                <a:ea typeface="Times"/>
                <a:cs typeface="Times"/>
                <a:sym typeface="Times"/>
              </a:defRPr>
            </a:lvl6pPr>
            <a:lvl7pPr marR="0" lvl="6" algn="l" rtl="0">
              <a:lnSpc>
                <a:spcPct val="100000"/>
              </a:lnSpc>
              <a:spcBef>
                <a:spcPts val="0"/>
              </a:spcBef>
              <a:spcAft>
                <a:spcPts val="0"/>
              </a:spcAft>
              <a:buSzPts val="1400"/>
              <a:buNone/>
              <a:defRPr sz="2400" b="0" i="0" u="none" strike="noStrike" cap="none">
                <a:solidFill>
                  <a:srgbClr val="000000"/>
                </a:solidFill>
                <a:latin typeface="Times"/>
                <a:ea typeface="Times"/>
                <a:cs typeface="Times"/>
                <a:sym typeface="Times"/>
              </a:defRPr>
            </a:lvl7pPr>
            <a:lvl8pPr marR="0" lvl="7" algn="l" rtl="0">
              <a:lnSpc>
                <a:spcPct val="100000"/>
              </a:lnSpc>
              <a:spcBef>
                <a:spcPts val="0"/>
              </a:spcBef>
              <a:spcAft>
                <a:spcPts val="0"/>
              </a:spcAft>
              <a:buSzPts val="1400"/>
              <a:buNone/>
              <a:defRPr sz="2400" b="0" i="0" u="none" strike="noStrike" cap="none">
                <a:solidFill>
                  <a:srgbClr val="000000"/>
                </a:solidFill>
                <a:latin typeface="Times"/>
                <a:ea typeface="Times"/>
                <a:cs typeface="Times"/>
                <a:sym typeface="Times"/>
              </a:defRPr>
            </a:lvl8pPr>
            <a:lvl9pPr marR="0" lvl="8" algn="l" rtl="0">
              <a:lnSpc>
                <a:spcPct val="100000"/>
              </a:lnSpc>
              <a:spcBef>
                <a:spcPts val="0"/>
              </a:spcBef>
              <a:spcAft>
                <a:spcPts val="0"/>
              </a:spcAft>
              <a:buSzPts val="1400"/>
              <a:buNone/>
              <a:defRPr sz="2400" b="0" i="0" u="none" strike="noStrike" cap="none">
                <a:solidFill>
                  <a:srgbClr val="000000"/>
                </a:solidFill>
                <a:latin typeface="Times"/>
                <a:ea typeface="Times"/>
                <a:cs typeface="Times"/>
                <a:sym typeface="Times"/>
              </a:defRPr>
            </a:lvl9pPr>
          </a:lstStyle>
          <a:p>
            <a:endParaRPr/>
          </a:p>
        </p:txBody>
      </p:sp>
      <p:sp>
        <p:nvSpPr>
          <p:cNvPr id="5" name="Google Shape;5;n"/>
          <p:cNvSpPr>
            <a:spLocks noGrp="1" noRot="1" noChangeAspect="1"/>
          </p:cNvSpPr>
          <p:nvPr>
            <p:ph type="sldImg" idx="3"/>
          </p:nvPr>
        </p:nvSpPr>
        <p:spPr>
          <a:xfrm>
            <a:off x="2192337" y="773112"/>
            <a:ext cx="2700337" cy="381793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962025" y="4848225"/>
            <a:ext cx="5210175" cy="4643437"/>
          </a:xfrm>
          <a:prstGeom prst="rect">
            <a:avLst/>
          </a:prstGeom>
          <a:noFill/>
          <a:ln>
            <a:noFill/>
          </a:ln>
        </p:spPr>
        <p:txBody>
          <a:bodyPr spcFirstLastPara="1" wrap="square" lIns="61375" tIns="30675" rIns="61375" bIns="30675"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9698037"/>
            <a:ext cx="3086100" cy="515937"/>
          </a:xfrm>
          <a:prstGeom prst="rect">
            <a:avLst/>
          </a:prstGeom>
          <a:noFill/>
          <a:ln>
            <a:noFill/>
          </a:ln>
        </p:spPr>
        <p:txBody>
          <a:bodyPr spcFirstLastPara="1" wrap="square" lIns="61375" tIns="30675" rIns="61375" bIns="30675" anchor="b" anchorCtr="0">
            <a:noAutofit/>
          </a:bodyPr>
          <a:lstStyle>
            <a:lvl1pPr marR="0" lvl="0" algn="l" rtl="0">
              <a:lnSpc>
                <a:spcPct val="100000"/>
              </a:lnSpc>
              <a:spcBef>
                <a:spcPts val="0"/>
              </a:spcBef>
              <a:spcAft>
                <a:spcPts val="0"/>
              </a:spcAft>
              <a:buSzPts val="1400"/>
              <a:buNone/>
              <a:defRPr sz="2400" b="0" i="0" u="none" strike="noStrike" cap="none">
                <a:solidFill>
                  <a:srgbClr val="000000"/>
                </a:solidFill>
                <a:latin typeface="Times"/>
                <a:ea typeface="Times"/>
                <a:cs typeface="Times"/>
                <a:sym typeface="Times"/>
              </a:defRPr>
            </a:lvl1pPr>
            <a:lvl2pPr marR="0" lvl="1" algn="l" rtl="0">
              <a:lnSpc>
                <a:spcPct val="100000"/>
              </a:lnSpc>
              <a:spcBef>
                <a:spcPts val="0"/>
              </a:spcBef>
              <a:spcAft>
                <a:spcPts val="0"/>
              </a:spcAft>
              <a:buSzPts val="1400"/>
              <a:buNone/>
              <a:defRPr sz="2400" b="0" i="0" u="none" strike="noStrike" cap="none">
                <a:solidFill>
                  <a:srgbClr val="000000"/>
                </a:solidFill>
                <a:latin typeface="Times"/>
                <a:ea typeface="Times"/>
                <a:cs typeface="Times"/>
                <a:sym typeface="Times"/>
              </a:defRPr>
            </a:lvl2pPr>
            <a:lvl3pPr marR="0" lvl="2" algn="l" rtl="0">
              <a:lnSpc>
                <a:spcPct val="100000"/>
              </a:lnSpc>
              <a:spcBef>
                <a:spcPts val="0"/>
              </a:spcBef>
              <a:spcAft>
                <a:spcPts val="0"/>
              </a:spcAft>
              <a:buSzPts val="1400"/>
              <a:buNone/>
              <a:defRPr sz="2400" b="0" i="0" u="none" strike="noStrike" cap="none">
                <a:solidFill>
                  <a:srgbClr val="000000"/>
                </a:solidFill>
                <a:latin typeface="Times"/>
                <a:ea typeface="Times"/>
                <a:cs typeface="Times"/>
                <a:sym typeface="Times"/>
              </a:defRPr>
            </a:lvl3pPr>
            <a:lvl4pPr marR="0" lvl="3" algn="l" rtl="0">
              <a:lnSpc>
                <a:spcPct val="100000"/>
              </a:lnSpc>
              <a:spcBef>
                <a:spcPts val="0"/>
              </a:spcBef>
              <a:spcAft>
                <a:spcPts val="0"/>
              </a:spcAft>
              <a:buSzPts val="1400"/>
              <a:buNone/>
              <a:defRPr sz="2400" b="0" i="0" u="none" strike="noStrike" cap="none">
                <a:solidFill>
                  <a:srgbClr val="000000"/>
                </a:solidFill>
                <a:latin typeface="Times"/>
                <a:ea typeface="Times"/>
                <a:cs typeface="Times"/>
                <a:sym typeface="Times"/>
              </a:defRPr>
            </a:lvl4pPr>
            <a:lvl5pPr marR="0" lvl="4" algn="l" rtl="0">
              <a:lnSpc>
                <a:spcPct val="100000"/>
              </a:lnSpc>
              <a:spcBef>
                <a:spcPts val="0"/>
              </a:spcBef>
              <a:spcAft>
                <a:spcPts val="0"/>
              </a:spcAft>
              <a:buSzPts val="1400"/>
              <a:buNone/>
              <a:defRPr sz="2400" b="0" i="0" u="none" strike="noStrike" cap="none">
                <a:solidFill>
                  <a:srgbClr val="000000"/>
                </a:solidFill>
                <a:latin typeface="Times"/>
                <a:ea typeface="Times"/>
                <a:cs typeface="Times"/>
                <a:sym typeface="Times"/>
              </a:defRPr>
            </a:lvl5pPr>
            <a:lvl6pPr marR="0" lvl="5" algn="l" rtl="0">
              <a:lnSpc>
                <a:spcPct val="100000"/>
              </a:lnSpc>
              <a:spcBef>
                <a:spcPts val="0"/>
              </a:spcBef>
              <a:spcAft>
                <a:spcPts val="0"/>
              </a:spcAft>
              <a:buSzPts val="1400"/>
              <a:buNone/>
              <a:defRPr sz="2400" b="0" i="0" u="none" strike="noStrike" cap="none">
                <a:solidFill>
                  <a:srgbClr val="000000"/>
                </a:solidFill>
                <a:latin typeface="Times"/>
                <a:ea typeface="Times"/>
                <a:cs typeface="Times"/>
                <a:sym typeface="Times"/>
              </a:defRPr>
            </a:lvl6pPr>
            <a:lvl7pPr marR="0" lvl="6" algn="l" rtl="0">
              <a:lnSpc>
                <a:spcPct val="100000"/>
              </a:lnSpc>
              <a:spcBef>
                <a:spcPts val="0"/>
              </a:spcBef>
              <a:spcAft>
                <a:spcPts val="0"/>
              </a:spcAft>
              <a:buSzPts val="1400"/>
              <a:buNone/>
              <a:defRPr sz="2400" b="0" i="0" u="none" strike="noStrike" cap="none">
                <a:solidFill>
                  <a:srgbClr val="000000"/>
                </a:solidFill>
                <a:latin typeface="Times"/>
                <a:ea typeface="Times"/>
                <a:cs typeface="Times"/>
                <a:sym typeface="Times"/>
              </a:defRPr>
            </a:lvl7pPr>
            <a:lvl8pPr marR="0" lvl="7" algn="l" rtl="0">
              <a:lnSpc>
                <a:spcPct val="100000"/>
              </a:lnSpc>
              <a:spcBef>
                <a:spcPts val="0"/>
              </a:spcBef>
              <a:spcAft>
                <a:spcPts val="0"/>
              </a:spcAft>
              <a:buSzPts val="1400"/>
              <a:buNone/>
              <a:defRPr sz="2400" b="0" i="0" u="none" strike="noStrike" cap="none">
                <a:solidFill>
                  <a:srgbClr val="000000"/>
                </a:solidFill>
                <a:latin typeface="Times"/>
                <a:ea typeface="Times"/>
                <a:cs typeface="Times"/>
                <a:sym typeface="Times"/>
              </a:defRPr>
            </a:lvl8pPr>
            <a:lvl9pPr marR="0" lvl="8" algn="l" rtl="0">
              <a:lnSpc>
                <a:spcPct val="100000"/>
              </a:lnSpc>
              <a:spcBef>
                <a:spcPts val="0"/>
              </a:spcBef>
              <a:spcAft>
                <a:spcPts val="0"/>
              </a:spcAft>
              <a:buSzPts val="1400"/>
              <a:buNone/>
              <a:defRPr sz="2400" b="0" i="0" u="none" strike="noStrike" cap="none">
                <a:solidFill>
                  <a:srgbClr val="000000"/>
                </a:solidFill>
                <a:latin typeface="Times"/>
                <a:ea typeface="Times"/>
                <a:cs typeface="Times"/>
                <a:sym typeface="Times"/>
              </a:defRPr>
            </a:lvl9pPr>
          </a:lstStyle>
          <a:p>
            <a:endParaRPr/>
          </a:p>
        </p:txBody>
      </p:sp>
      <p:sp>
        <p:nvSpPr>
          <p:cNvPr id="8" name="Google Shape;8;n"/>
          <p:cNvSpPr txBox="1">
            <a:spLocks noGrp="1"/>
          </p:cNvSpPr>
          <p:nvPr>
            <p:ph type="sldNum" idx="12"/>
          </p:nvPr>
        </p:nvSpPr>
        <p:spPr>
          <a:xfrm>
            <a:off x="3997325" y="9698037"/>
            <a:ext cx="3086100" cy="515937"/>
          </a:xfrm>
          <a:prstGeom prst="rect">
            <a:avLst/>
          </a:prstGeom>
          <a:noFill/>
          <a:ln>
            <a:noFill/>
          </a:ln>
        </p:spPr>
        <p:txBody>
          <a:bodyPr spcFirstLastPara="1" wrap="square" lIns="61375" tIns="30675" rIns="61375" bIns="30675" anchor="b" anchorCtr="0">
            <a:noAutofit/>
          </a:bodyPr>
          <a:lstStyle/>
          <a:p>
            <a:pPr marL="0" marR="0" lvl="0" indent="0" algn="r" rtl="0">
              <a:lnSpc>
                <a:spcPct val="100000"/>
              </a:lnSpc>
              <a:spcBef>
                <a:spcPts val="0"/>
              </a:spcBef>
              <a:spcAft>
                <a:spcPts val="0"/>
              </a:spcAft>
              <a:buClr>
                <a:srgbClr val="000000"/>
              </a:buClr>
              <a:buSzPts val="800"/>
              <a:buFont typeface="Times"/>
              <a:buNone/>
            </a:pPr>
            <a:fld id="{00000000-1234-1234-1234-123412341234}" type="slidenum">
              <a:rPr lang="en-US" sz="800" b="0" i="0" u="none" strike="noStrike" cap="none">
                <a:solidFill>
                  <a:srgbClr val="000000"/>
                </a:solidFill>
                <a:latin typeface="Times"/>
                <a:ea typeface="Times"/>
                <a:cs typeface="Times"/>
                <a:sym typeface="Times"/>
              </a:rPr>
              <a:t>‹#›</a:t>
            </a:fld>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31dbda72ecf_1_0:notes"/>
          <p:cNvSpPr txBox="1"/>
          <p:nvPr/>
        </p:nvSpPr>
        <p:spPr>
          <a:xfrm>
            <a:off x="3997325" y="9698037"/>
            <a:ext cx="3086100" cy="516000"/>
          </a:xfrm>
          <a:prstGeom prst="rect">
            <a:avLst/>
          </a:prstGeom>
          <a:noFill/>
          <a:ln>
            <a:noFill/>
          </a:ln>
        </p:spPr>
        <p:txBody>
          <a:bodyPr spcFirstLastPara="1" wrap="square" lIns="61375" tIns="30675" rIns="61375" bIns="30675" anchor="b" anchorCtr="0">
            <a:noAutofit/>
          </a:bodyPr>
          <a:lstStyle/>
          <a:p>
            <a:pPr marL="0" marR="0" lvl="0" indent="0" algn="r" rtl="0">
              <a:lnSpc>
                <a:spcPct val="100000"/>
              </a:lnSpc>
              <a:spcBef>
                <a:spcPts val="0"/>
              </a:spcBef>
              <a:spcAft>
                <a:spcPts val="0"/>
              </a:spcAft>
              <a:buClr>
                <a:srgbClr val="000000"/>
              </a:buClr>
              <a:buSzPts val="800"/>
              <a:buFont typeface="Times"/>
              <a:buNone/>
            </a:pPr>
            <a:fld id="{00000000-1234-1234-1234-123412341234}" type="slidenum">
              <a:rPr lang="en-US" sz="800" b="0" i="0" u="none">
                <a:solidFill>
                  <a:srgbClr val="000000"/>
                </a:solidFill>
                <a:latin typeface="Times"/>
                <a:ea typeface="Times"/>
                <a:cs typeface="Times"/>
                <a:sym typeface="Times"/>
              </a:rPr>
              <a:t>1</a:t>
            </a:fld>
            <a:endParaRPr/>
          </a:p>
        </p:txBody>
      </p:sp>
      <p:sp>
        <p:nvSpPr>
          <p:cNvPr id="96" name="Google Shape;96;g31dbda72ecf_1_0:notes"/>
          <p:cNvSpPr>
            <a:spLocks noGrp="1" noRot="1" noChangeAspect="1"/>
          </p:cNvSpPr>
          <p:nvPr>
            <p:ph type="sldImg" idx="2"/>
          </p:nvPr>
        </p:nvSpPr>
        <p:spPr>
          <a:xfrm>
            <a:off x="2192338" y="773113"/>
            <a:ext cx="2700337" cy="381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7" name="Google Shape;97;g31dbda72ecf_1_0:notes"/>
          <p:cNvSpPr txBox="1">
            <a:spLocks noGrp="1"/>
          </p:cNvSpPr>
          <p:nvPr>
            <p:ph type="body" idx="1"/>
          </p:nvPr>
        </p:nvSpPr>
        <p:spPr>
          <a:xfrm>
            <a:off x="962025" y="4848225"/>
            <a:ext cx="5210100" cy="4643400"/>
          </a:xfrm>
          <a:prstGeom prst="rect">
            <a:avLst/>
          </a:prstGeom>
          <a:noFill/>
          <a:ln>
            <a:noFill/>
          </a:ln>
        </p:spPr>
        <p:txBody>
          <a:bodyPr spcFirstLastPara="1" wrap="square" lIns="61375" tIns="30675" rIns="61375" bIns="3067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5"/>
        <p:cNvGrpSpPr/>
        <p:nvPr/>
      </p:nvGrpSpPr>
      <p:grpSpPr>
        <a:xfrm>
          <a:off x="0" y="0"/>
          <a:ext cx="0" cy="0"/>
          <a:chOff x="0" y="0"/>
          <a:chExt cx="0" cy="0"/>
        </a:xfrm>
      </p:grpSpPr>
      <p:sp>
        <p:nvSpPr>
          <p:cNvPr id="26" name="Google Shape;26;p2"/>
          <p:cNvSpPr txBox="1">
            <a:spLocks noGrp="1"/>
          </p:cNvSpPr>
          <p:nvPr>
            <p:ph type="ctrTitle"/>
          </p:nvPr>
        </p:nvSpPr>
        <p:spPr>
          <a:xfrm>
            <a:off x="801688" y="4695825"/>
            <a:ext cx="9088500" cy="3241800"/>
          </a:xfrm>
          <a:prstGeom prst="rect">
            <a:avLst/>
          </a:prstGeom>
          <a:noFill/>
          <a:ln>
            <a:noFill/>
          </a:ln>
        </p:spPr>
        <p:txBody>
          <a:bodyPr spcFirstLastPara="1" wrap="square" lIns="147425" tIns="73700" rIns="147425" bIns="73700" anchor="ctr" anchorCtr="0">
            <a:noAutofit/>
          </a:bodyPr>
          <a:lstStyle>
            <a:lvl1pPr lvl="0" algn="ctr" rtl="0">
              <a:spcBef>
                <a:spcPts val="0"/>
              </a:spcBef>
              <a:spcAft>
                <a:spcPts val="0"/>
              </a:spcAft>
              <a:buSzPts val="14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7" name="Google Shape;27;p2"/>
          <p:cNvSpPr txBox="1">
            <a:spLocks noGrp="1"/>
          </p:cNvSpPr>
          <p:nvPr>
            <p:ph type="subTitle" idx="1"/>
          </p:nvPr>
        </p:nvSpPr>
        <p:spPr>
          <a:xfrm>
            <a:off x="1603375" y="8566150"/>
            <a:ext cx="7485000" cy="3864000"/>
          </a:xfrm>
          <a:prstGeom prst="rect">
            <a:avLst/>
          </a:prstGeom>
          <a:noFill/>
          <a:ln>
            <a:noFill/>
          </a:ln>
        </p:spPr>
        <p:txBody>
          <a:bodyPr spcFirstLastPara="1" wrap="square" lIns="147425" tIns="73700" rIns="147425" bIns="73700" anchor="t" anchorCtr="0">
            <a:noAutofit/>
          </a:bodyPr>
          <a:lstStyle>
            <a:lvl1pPr lvl="0" algn="ctr" rtl="0">
              <a:spcBef>
                <a:spcPts val="1040"/>
              </a:spcBef>
              <a:spcAft>
                <a:spcPts val="0"/>
              </a:spcAft>
              <a:buClr>
                <a:schemeClr val="dk1"/>
              </a:buClr>
              <a:buSzPts val="5200"/>
              <a:buFont typeface="Times"/>
              <a:buNone/>
              <a:defRPr/>
            </a:lvl1pPr>
            <a:lvl2pPr lvl="1" algn="ctr" rtl="0">
              <a:spcBef>
                <a:spcPts val="900"/>
              </a:spcBef>
              <a:spcAft>
                <a:spcPts val="0"/>
              </a:spcAft>
              <a:buClr>
                <a:schemeClr val="dk1"/>
              </a:buClr>
              <a:buSzPts val="4500"/>
              <a:buFont typeface="Times"/>
              <a:buNone/>
              <a:defRPr/>
            </a:lvl2pPr>
            <a:lvl3pPr lvl="2" algn="ctr" rtl="0">
              <a:spcBef>
                <a:spcPts val="780"/>
              </a:spcBef>
              <a:spcAft>
                <a:spcPts val="0"/>
              </a:spcAft>
              <a:buClr>
                <a:schemeClr val="dk1"/>
              </a:buClr>
              <a:buSzPts val="3900"/>
              <a:buFont typeface="Times"/>
              <a:buNone/>
              <a:defRPr/>
            </a:lvl3pPr>
            <a:lvl4pPr lvl="3" algn="ctr" rtl="0">
              <a:spcBef>
                <a:spcPts val="640"/>
              </a:spcBef>
              <a:spcAft>
                <a:spcPts val="0"/>
              </a:spcAft>
              <a:buClr>
                <a:schemeClr val="dk1"/>
              </a:buClr>
              <a:buSzPts val="3200"/>
              <a:buFont typeface="Times"/>
              <a:buNone/>
              <a:defRPr/>
            </a:lvl4pPr>
            <a:lvl5pPr lvl="4" algn="ctr" rtl="0">
              <a:spcBef>
                <a:spcPts val="640"/>
              </a:spcBef>
              <a:spcAft>
                <a:spcPts val="0"/>
              </a:spcAft>
              <a:buClr>
                <a:schemeClr val="dk1"/>
              </a:buClr>
              <a:buSzPts val="3200"/>
              <a:buFont typeface="Times"/>
              <a:buNone/>
              <a:defRPr/>
            </a:lvl5pPr>
            <a:lvl6pPr lvl="5" algn="ctr" rtl="0">
              <a:spcBef>
                <a:spcPts val="640"/>
              </a:spcBef>
              <a:spcAft>
                <a:spcPts val="0"/>
              </a:spcAft>
              <a:buClr>
                <a:schemeClr val="dk1"/>
              </a:buClr>
              <a:buSzPts val="3200"/>
              <a:buFont typeface="Times"/>
              <a:buNone/>
              <a:defRPr/>
            </a:lvl6pPr>
            <a:lvl7pPr lvl="6" algn="ctr" rtl="0">
              <a:spcBef>
                <a:spcPts val="640"/>
              </a:spcBef>
              <a:spcAft>
                <a:spcPts val="0"/>
              </a:spcAft>
              <a:buClr>
                <a:schemeClr val="dk1"/>
              </a:buClr>
              <a:buSzPts val="3200"/>
              <a:buFont typeface="Times"/>
              <a:buNone/>
              <a:defRPr/>
            </a:lvl7pPr>
            <a:lvl8pPr lvl="7" algn="ctr" rtl="0">
              <a:spcBef>
                <a:spcPts val="640"/>
              </a:spcBef>
              <a:spcAft>
                <a:spcPts val="0"/>
              </a:spcAft>
              <a:buClr>
                <a:schemeClr val="dk1"/>
              </a:buClr>
              <a:buSzPts val="3200"/>
              <a:buFont typeface="Times"/>
              <a:buNone/>
              <a:defRPr/>
            </a:lvl8pPr>
            <a:lvl9pPr lvl="8" algn="ctr" rtl="0">
              <a:spcBef>
                <a:spcPts val="640"/>
              </a:spcBef>
              <a:spcAft>
                <a:spcPts val="0"/>
              </a:spcAft>
              <a:buClr>
                <a:schemeClr val="dk1"/>
              </a:buClr>
              <a:buSzPts val="3200"/>
              <a:buFont typeface="Times"/>
              <a:buNone/>
              <a:defRPr/>
            </a:lvl9pPr>
          </a:lstStyle>
          <a:p>
            <a:endParaRPr/>
          </a:p>
        </p:txBody>
      </p:sp>
      <p:sp>
        <p:nvSpPr>
          <p:cNvPr id="28" name="Google Shape;28;p2"/>
          <p:cNvSpPr txBox="1">
            <a:spLocks noGrp="1"/>
          </p:cNvSpPr>
          <p:nvPr>
            <p:ph type="dt" idx="10"/>
          </p:nvPr>
        </p:nvSpPr>
        <p:spPr>
          <a:xfrm>
            <a:off x="801687" y="13771562"/>
            <a:ext cx="2229000" cy="1012800"/>
          </a:xfrm>
          <a:prstGeom prst="rect">
            <a:avLst/>
          </a:prstGeom>
          <a:noFill/>
          <a:ln>
            <a:noFill/>
          </a:ln>
        </p:spPr>
        <p:txBody>
          <a:bodyPr spcFirstLastPara="1" wrap="square" lIns="147425" tIns="73700" rIns="147425" bIns="73700" anchor="t"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9" name="Google Shape;29;p2"/>
          <p:cNvSpPr txBox="1">
            <a:spLocks noGrp="1"/>
          </p:cNvSpPr>
          <p:nvPr>
            <p:ph type="ftr" idx="11"/>
          </p:nvPr>
        </p:nvSpPr>
        <p:spPr>
          <a:xfrm>
            <a:off x="3651250" y="13771562"/>
            <a:ext cx="3389400" cy="1012800"/>
          </a:xfrm>
          <a:prstGeom prst="rect">
            <a:avLst/>
          </a:prstGeom>
          <a:noFill/>
          <a:ln>
            <a:noFill/>
          </a:ln>
        </p:spPr>
        <p:txBody>
          <a:bodyPr spcFirstLastPara="1" wrap="square" lIns="147425" tIns="73700" rIns="147425" bIns="73700" anchor="t"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30" name="Google Shape;30;p2"/>
          <p:cNvSpPr txBox="1">
            <a:spLocks noGrp="1"/>
          </p:cNvSpPr>
          <p:nvPr>
            <p:ph type="sldNum" idx="12"/>
          </p:nvPr>
        </p:nvSpPr>
        <p:spPr>
          <a:xfrm>
            <a:off x="7661275" y="13771562"/>
            <a:ext cx="2229000" cy="1012800"/>
          </a:xfrm>
          <a:prstGeom prst="rect">
            <a:avLst/>
          </a:prstGeom>
          <a:noFill/>
          <a:ln>
            <a:noFill/>
          </a:ln>
        </p:spPr>
        <p:txBody>
          <a:bodyPr spcFirstLastPara="1" wrap="square" lIns="147425" tIns="73700" rIns="147425" bIns="73700" anchor="t" anchorCtr="0">
            <a:noAutofit/>
          </a:bodyPr>
          <a:lstStyle>
            <a:lvl1pPr marL="0" marR="0" lvl="0"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1pPr>
            <a:lvl2pPr marL="0" marR="0" lvl="1"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2pPr>
            <a:lvl3pPr marL="0" marR="0" lvl="2"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3pPr>
            <a:lvl4pPr marL="0" marR="0" lvl="3"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4pPr>
            <a:lvl5pPr marL="0" marR="0" lvl="4"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5pPr>
            <a:lvl6pPr marL="0" marR="0" lvl="5"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6pPr>
            <a:lvl7pPr marL="0" marR="0" lvl="6"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7pPr>
            <a:lvl8pPr marL="0" marR="0" lvl="7"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8pPr>
            <a:lvl9pPr marL="0" marR="0" lvl="8"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31"/>
        <p:cNvGrpSpPr/>
        <p:nvPr/>
      </p:nvGrpSpPr>
      <p:grpSpPr>
        <a:xfrm>
          <a:off x="0" y="0"/>
          <a:ext cx="0" cy="0"/>
          <a:chOff x="0" y="0"/>
          <a:chExt cx="0" cy="0"/>
        </a:xfrm>
      </p:grpSpPr>
      <p:sp>
        <p:nvSpPr>
          <p:cNvPr id="32" name="Google Shape;32;p3"/>
          <p:cNvSpPr txBox="1">
            <a:spLocks noGrp="1"/>
          </p:cNvSpPr>
          <p:nvPr>
            <p:ph type="title"/>
          </p:nvPr>
        </p:nvSpPr>
        <p:spPr>
          <a:xfrm rot="5400000">
            <a:off x="2720275" y="6244450"/>
            <a:ext cx="12068100" cy="2271600"/>
          </a:xfrm>
          <a:prstGeom prst="rect">
            <a:avLst/>
          </a:prstGeom>
          <a:noFill/>
          <a:ln>
            <a:noFill/>
          </a:ln>
        </p:spPr>
        <p:txBody>
          <a:bodyPr spcFirstLastPara="1" wrap="square" lIns="147425" tIns="73700" rIns="147425" bIns="73700" anchor="ctr" anchorCtr="0">
            <a:noAutofit/>
          </a:bodyPr>
          <a:lstStyle>
            <a:lvl1pPr lvl="0" algn="ctr" rtl="0">
              <a:spcBef>
                <a:spcPts val="0"/>
              </a:spcBef>
              <a:spcAft>
                <a:spcPts val="0"/>
              </a:spcAft>
              <a:buSzPts val="14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3" name="Google Shape;33;p3"/>
          <p:cNvSpPr txBox="1">
            <a:spLocks noGrp="1"/>
          </p:cNvSpPr>
          <p:nvPr>
            <p:ph type="body" idx="1"/>
          </p:nvPr>
        </p:nvSpPr>
        <p:spPr>
          <a:xfrm rot="5400000">
            <a:off x="-1901787" y="4046500"/>
            <a:ext cx="12068100" cy="6667500"/>
          </a:xfrm>
          <a:prstGeom prst="rect">
            <a:avLst/>
          </a:prstGeom>
          <a:noFill/>
          <a:ln>
            <a:noFill/>
          </a:ln>
        </p:spPr>
        <p:txBody>
          <a:bodyPr spcFirstLastPara="1" wrap="square" lIns="147425" tIns="73700" rIns="147425" bIns="73700" anchor="t" anchorCtr="0">
            <a:no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34" name="Google Shape;34;p3"/>
          <p:cNvSpPr txBox="1">
            <a:spLocks noGrp="1"/>
          </p:cNvSpPr>
          <p:nvPr>
            <p:ph type="dt" idx="10"/>
          </p:nvPr>
        </p:nvSpPr>
        <p:spPr>
          <a:xfrm>
            <a:off x="801687" y="13771562"/>
            <a:ext cx="2229000" cy="1012800"/>
          </a:xfrm>
          <a:prstGeom prst="rect">
            <a:avLst/>
          </a:prstGeom>
          <a:noFill/>
          <a:ln>
            <a:noFill/>
          </a:ln>
        </p:spPr>
        <p:txBody>
          <a:bodyPr spcFirstLastPara="1" wrap="square" lIns="147425" tIns="73700" rIns="147425" bIns="73700" anchor="t"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35" name="Google Shape;35;p3"/>
          <p:cNvSpPr txBox="1">
            <a:spLocks noGrp="1"/>
          </p:cNvSpPr>
          <p:nvPr>
            <p:ph type="ftr" idx="11"/>
          </p:nvPr>
        </p:nvSpPr>
        <p:spPr>
          <a:xfrm>
            <a:off x="3651250" y="13771562"/>
            <a:ext cx="3389400" cy="1012800"/>
          </a:xfrm>
          <a:prstGeom prst="rect">
            <a:avLst/>
          </a:prstGeom>
          <a:noFill/>
          <a:ln>
            <a:noFill/>
          </a:ln>
        </p:spPr>
        <p:txBody>
          <a:bodyPr spcFirstLastPara="1" wrap="square" lIns="147425" tIns="73700" rIns="147425" bIns="73700" anchor="t"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36" name="Google Shape;36;p3"/>
          <p:cNvSpPr txBox="1">
            <a:spLocks noGrp="1"/>
          </p:cNvSpPr>
          <p:nvPr>
            <p:ph type="sldNum" idx="12"/>
          </p:nvPr>
        </p:nvSpPr>
        <p:spPr>
          <a:xfrm>
            <a:off x="7661275" y="13771562"/>
            <a:ext cx="2229000" cy="1012800"/>
          </a:xfrm>
          <a:prstGeom prst="rect">
            <a:avLst/>
          </a:prstGeom>
          <a:noFill/>
          <a:ln>
            <a:noFill/>
          </a:ln>
        </p:spPr>
        <p:txBody>
          <a:bodyPr spcFirstLastPara="1" wrap="square" lIns="147425" tIns="73700" rIns="147425" bIns="73700" anchor="t" anchorCtr="0">
            <a:noAutofit/>
          </a:bodyPr>
          <a:lstStyle>
            <a:lvl1pPr marL="0" marR="0" lvl="0"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1pPr>
            <a:lvl2pPr marL="0" marR="0" lvl="1"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2pPr>
            <a:lvl3pPr marL="0" marR="0" lvl="2"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3pPr>
            <a:lvl4pPr marL="0" marR="0" lvl="3"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4pPr>
            <a:lvl5pPr marL="0" marR="0" lvl="4"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5pPr>
            <a:lvl6pPr marL="0" marR="0" lvl="5"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6pPr>
            <a:lvl7pPr marL="0" marR="0" lvl="6"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7pPr>
            <a:lvl8pPr marL="0" marR="0" lvl="7"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8pPr>
            <a:lvl9pPr marL="0" marR="0" lvl="8"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7"/>
        <p:cNvGrpSpPr/>
        <p:nvPr/>
      </p:nvGrpSpPr>
      <p:grpSpPr>
        <a:xfrm>
          <a:off x="0" y="0"/>
          <a:ext cx="0" cy="0"/>
          <a:chOff x="0" y="0"/>
          <a:chExt cx="0" cy="0"/>
        </a:xfrm>
      </p:grpSpPr>
      <p:sp>
        <p:nvSpPr>
          <p:cNvPr id="38" name="Google Shape;38;p4"/>
          <p:cNvSpPr txBox="1">
            <a:spLocks noGrp="1"/>
          </p:cNvSpPr>
          <p:nvPr>
            <p:ph type="title"/>
          </p:nvPr>
        </p:nvSpPr>
        <p:spPr>
          <a:xfrm>
            <a:off x="801687" y="1346200"/>
            <a:ext cx="9088500" cy="2517900"/>
          </a:xfrm>
          <a:prstGeom prst="rect">
            <a:avLst/>
          </a:prstGeom>
          <a:noFill/>
          <a:ln>
            <a:noFill/>
          </a:ln>
        </p:spPr>
        <p:txBody>
          <a:bodyPr spcFirstLastPara="1" wrap="square" lIns="147425" tIns="73700" rIns="147425" bIns="73700" anchor="ctr" anchorCtr="0">
            <a:noAutofit/>
          </a:bodyPr>
          <a:lstStyle>
            <a:lvl1pPr lvl="0" algn="ctr" rtl="0">
              <a:spcBef>
                <a:spcPts val="0"/>
              </a:spcBef>
              <a:spcAft>
                <a:spcPts val="0"/>
              </a:spcAft>
              <a:buSzPts val="14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9" name="Google Shape;39;p4"/>
          <p:cNvSpPr txBox="1">
            <a:spLocks noGrp="1"/>
          </p:cNvSpPr>
          <p:nvPr>
            <p:ph type="body" idx="1"/>
          </p:nvPr>
        </p:nvSpPr>
        <p:spPr>
          <a:xfrm rot="5400000">
            <a:off x="807149" y="4334700"/>
            <a:ext cx="9071100" cy="9088500"/>
          </a:xfrm>
          <a:prstGeom prst="rect">
            <a:avLst/>
          </a:prstGeom>
          <a:noFill/>
          <a:ln>
            <a:noFill/>
          </a:ln>
        </p:spPr>
        <p:txBody>
          <a:bodyPr spcFirstLastPara="1" wrap="square" lIns="147425" tIns="73700" rIns="147425" bIns="73700" anchor="t" anchorCtr="0">
            <a:no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40" name="Google Shape;40;p4"/>
          <p:cNvSpPr txBox="1">
            <a:spLocks noGrp="1"/>
          </p:cNvSpPr>
          <p:nvPr>
            <p:ph type="dt" idx="10"/>
          </p:nvPr>
        </p:nvSpPr>
        <p:spPr>
          <a:xfrm>
            <a:off x="801687" y="13771562"/>
            <a:ext cx="2229000" cy="1012800"/>
          </a:xfrm>
          <a:prstGeom prst="rect">
            <a:avLst/>
          </a:prstGeom>
          <a:noFill/>
          <a:ln>
            <a:noFill/>
          </a:ln>
        </p:spPr>
        <p:txBody>
          <a:bodyPr spcFirstLastPara="1" wrap="square" lIns="147425" tIns="73700" rIns="147425" bIns="73700" anchor="t"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41" name="Google Shape;41;p4"/>
          <p:cNvSpPr txBox="1">
            <a:spLocks noGrp="1"/>
          </p:cNvSpPr>
          <p:nvPr>
            <p:ph type="ftr" idx="11"/>
          </p:nvPr>
        </p:nvSpPr>
        <p:spPr>
          <a:xfrm>
            <a:off x="3651250" y="13771562"/>
            <a:ext cx="3389400" cy="1012800"/>
          </a:xfrm>
          <a:prstGeom prst="rect">
            <a:avLst/>
          </a:prstGeom>
          <a:noFill/>
          <a:ln>
            <a:noFill/>
          </a:ln>
        </p:spPr>
        <p:txBody>
          <a:bodyPr spcFirstLastPara="1" wrap="square" lIns="147425" tIns="73700" rIns="147425" bIns="73700" anchor="t"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42" name="Google Shape;42;p4"/>
          <p:cNvSpPr txBox="1">
            <a:spLocks noGrp="1"/>
          </p:cNvSpPr>
          <p:nvPr>
            <p:ph type="sldNum" idx="12"/>
          </p:nvPr>
        </p:nvSpPr>
        <p:spPr>
          <a:xfrm>
            <a:off x="7661275" y="13771562"/>
            <a:ext cx="2229000" cy="1012800"/>
          </a:xfrm>
          <a:prstGeom prst="rect">
            <a:avLst/>
          </a:prstGeom>
          <a:noFill/>
          <a:ln>
            <a:noFill/>
          </a:ln>
        </p:spPr>
        <p:txBody>
          <a:bodyPr spcFirstLastPara="1" wrap="square" lIns="147425" tIns="73700" rIns="147425" bIns="73700" anchor="t" anchorCtr="0">
            <a:noAutofit/>
          </a:bodyPr>
          <a:lstStyle>
            <a:lvl1pPr marL="0" marR="0" lvl="0"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1pPr>
            <a:lvl2pPr marL="0" marR="0" lvl="1"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2pPr>
            <a:lvl3pPr marL="0" marR="0" lvl="2"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3pPr>
            <a:lvl4pPr marL="0" marR="0" lvl="3"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4pPr>
            <a:lvl5pPr marL="0" marR="0" lvl="4"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5pPr>
            <a:lvl6pPr marL="0" marR="0" lvl="5"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6pPr>
            <a:lvl7pPr marL="0" marR="0" lvl="6"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7pPr>
            <a:lvl8pPr marL="0" marR="0" lvl="7"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8pPr>
            <a:lvl9pPr marL="0" marR="0" lvl="8"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3"/>
        <p:cNvGrpSpPr/>
        <p:nvPr/>
      </p:nvGrpSpPr>
      <p:grpSpPr>
        <a:xfrm>
          <a:off x="0" y="0"/>
          <a:ext cx="0" cy="0"/>
          <a:chOff x="0" y="0"/>
          <a:chExt cx="0" cy="0"/>
        </a:xfrm>
      </p:grpSpPr>
      <p:sp>
        <p:nvSpPr>
          <p:cNvPr id="44" name="Google Shape;44;p5"/>
          <p:cNvSpPr txBox="1">
            <a:spLocks noGrp="1"/>
          </p:cNvSpPr>
          <p:nvPr>
            <p:ph type="title"/>
          </p:nvPr>
        </p:nvSpPr>
        <p:spPr>
          <a:xfrm>
            <a:off x="2095500" y="10582275"/>
            <a:ext cx="6415200" cy="1249500"/>
          </a:xfrm>
          <a:prstGeom prst="rect">
            <a:avLst/>
          </a:prstGeom>
          <a:noFill/>
          <a:ln>
            <a:noFill/>
          </a:ln>
        </p:spPr>
        <p:txBody>
          <a:bodyPr spcFirstLastPara="1" wrap="square" lIns="147425" tIns="73700" rIns="147425" bIns="73700" anchor="b" anchorCtr="0">
            <a:noAutofit/>
          </a:bodyPr>
          <a:lstStyle>
            <a:lvl1pPr lvl="0" algn="l" rtl="0">
              <a:spcBef>
                <a:spcPts val="0"/>
              </a:spcBef>
              <a:spcAft>
                <a:spcPts val="0"/>
              </a:spcAft>
              <a:buSzPts val="1400"/>
              <a:buNone/>
              <a:defRPr sz="2000" b="1"/>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5" name="Google Shape;45;p5"/>
          <p:cNvSpPr>
            <a:spLocks noGrp="1"/>
          </p:cNvSpPr>
          <p:nvPr>
            <p:ph type="pic" idx="2"/>
          </p:nvPr>
        </p:nvSpPr>
        <p:spPr>
          <a:xfrm>
            <a:off x="2095500" y="1350963"/>
            <a:ext cx="6415200" cy="9071100"/>
          </a:xfrm>
          <a:prstGeom prst="rect">
            <a:avLst/>
          </a:prstGeom>
          <a:noFill/>
          <a:ln>
            <a:noFill/>
          </a:ln>
        </p:spPr>
      </p:sp>
      <p:sp>
        <p:nvSpPr>
          <p:cNvPr id="46" name="Google Shape;46;p5"/>
          <p:cNvSpPr txBox="1">
            <a:spLocks noGrp="1"/>
          </p:cNvSpPr>
          <p:nvPr>
            <p:ph type="body" idx="1"/>
          </p:nvPr>
        </p:nvSpPr>
        <p:spPr>
          <a:xfrm>
            <a:off x="2095500" y="11831638"/>
            <a:ext cx="6415200" cy="1774800"/>
          </a:xfrm>
          <a:prstGeom prst="rect">
            <a:avLst/>
          </a:prstGeom>
          <a:noFill/>
          <a:ln>
            <a:noFill/>
          </a:ln>
        </p:spPr>
        <p:txBody>
          <a:bodyPr spcFirstLastPara="1" wrap="square" lIns="147425" tIns="73700" rIns="147425" bIns="73700" anchor="t" anchorCtr="0">
            <a:noAutofit/>
          </a:bodyPr>
          <a:lstStyle>
            <a:lvl1pPr marL="457200" lvl="0" indent="-228600" algn="l" rtl="0">
              <a:spcBef>
                <a:spcPts val="280"/>
              </a:spcBef>
              <a:spcAft>
                <a:spcPts val="0"/>
              </a:spcAft>
              <a:buClr>
                <a:schemeClr val="dk1"/>
              </a:buClr>
              <a:buSzPts val="1400"/>
              <a:buFont typeface="Times"/>
              <a:buNone/>
              <a:defRPr sz="1400"/>
            </a:lvl1pPr>
            <a:lvl2pPr marL="914400" lvl="1" indent="-228600" algn="l" rtl="0">
              <a:spcBef>
                <a:spcPts val="240"/>
              </a:spcBef>
              <a:spcAft>
                <a:spcPts val="0"/>
              </a:spcAft>
              <a:buClr>
                <a:schemeClr val="dk1"/>
              </a:buClr>
              <a:buSzPts val="1200"/>
              <a:buFont typeface="Times"/>
              <a:buNone/>
              <a:defRPr sz="1200"/>
            </a:lvl2pPr>
            <a:lvl3pPr marL="1371600" lvl="2" indent="-228600" algn="l" rtl="0">
              <a:spcBef>
                <a:spcPts val="200"/>
              </a:spcBef>
              <a:spcAft>
                <a:spcPts val="0"/>
              </a:spcAft>
              <a:buClr>
                <a:schemeClr val="dk1"/>
              </a:buClr>
              <a:buSzPts val="1000"/>
              <a:buFont typeface="Times"/>
              <a:buNone/>
              <a:defRPr sz="1000"/>
            </a:lvl3pPr>
            <a:lvl4pPr marL="1828800" lvl="3" indent="-228600" algn="l" rtl="0">
              <a:spcBef>
                <a:spcPts val="180"/>
              </a:spcBef>
              <a:spcAft>
                <a:spcPts val="0"/>
              </a:spcAft>
              <a:buClr>
                <a:schemeClr val="dk1"/>
              </a:buClr>
              <a:buSzPts val="900"/>
              <a:buFont typeface="Times"/>
              <a:buNone/>
              <a:defRPr sz="900"/>
            </a:lvl4pPr>
            <a:lvl5pPr marL="2286000" lvl="4" indent="-228600" algn="l" rtl="0">
              <a:spcBef>
                <a:spcPts val="180"/>
              </a:spcBef>
              <a:spcAft>
                <a:spcPts val="0"/>
              </a:spcAft>
              <a:buClr>
                <a:schemeClr val="dk1"/>
              </a:buClr>
              <a:buSzPts val="900"/>
              <a:buFont typeface="Times"/>
              <a:buNone/>
              <a:defRPr sz="900"/>
            </a:lvl5pPr>
            <a:lvl6pPr marL="2743200" lvl="5" indent="-228600" algn="l" rtl="0">
              <a:spcBef>
                <a:spcPts val="180"/>
              </a:spcBef>
              <a:spcAft>
                <a:spcPts val="0"/>
              </a:spcAft>
              <a:buClr>
                <a:schemeClr val="dk1"/>
              </a:buClr>
              <a:buSzPts val="900"/>
              <a:buFont typeface="Times"/>
              <a:buNone/>
              <a:defRPr sz="900"/>
            </a:lvl6pPr>
            <a:lvl7pPr marL="3200400" lvl="6" indent="-228600" algn="l" rtl="0">
              <a:spcBef>
                <a:spcPts val="180"/>
              </a:spcBef>
              <a:spcAft>
                <a:spcPts val="0"/>
              </a:spcAft>
              <a:buClr>
                <a:schemeClr val="dk1"/>
              </a:buClr>
              <a:buSzPts val="900"/>
              <a:buFont typeface="Times"/>
              <a:buNone/>
              <a:defRPr sz="900"/>
            </a:lvl7pPr>
            <a:lvl8pPr marL="3657600" lvl="7" indent="-228600" algn="l" rtl="0">
              <a:spcBef>
                <a:spcPts val="180"/>
              </a:spcBef>
              <a:spcAft>
                <a:spcPts val="0"/>
              </a:spcAft>
              <a:buClr>
                <a:schemeClr val="dk1"/>
              </a:buClr>
              <a:buSzPts val="900"/>
              <a:buFont typeface="Times"/>
              <a:buNone/>
              <a:defRPr sz="900"/>
            </a:lvl8pPr>
            <a:lvl9pPr marL="4114800" lvl="8" indent="-228600" algn="l" rtl="0">
              <a:spcBef>
                <a:spcPts val="180"/>
              </a:spcBef>
              <a:spcAft>
                <a:spcPts val="0"/>
              </a:spcAft>
              <a:buClr>
                <a:schemeClr val="dk1"/>
              </a:buClr>
              <a:buSzPts val="900"/>
              <a:buFont typeface="Times"/>
              <a:buNone/>
              <a:defRPr sz="900"/>
            </a:lvl9pPr>
          </a:lstStyle>
          <a:p>
            <a:endParaRPr/>
          </a:p>
        </p:txBody>
      </p:sp>
      <p:sp>
        <p:nvSpPr>
          <p:cNvPr id="47" name="Google Shape;47;p5"/>
          <p:cNvSpPr txBox="1">
            <a:spLocks noGrp="1"/>
          </p:cNvSpPr>
          <p:nvPr>
            <p:ph type="dt" idx="10"/>
          </p:nvPr>
        </p:nvSpPr>
        <p:spPr>
          <a:xfrm>
            <a:off x="801687" y="13771562"/>
            <a:ext cx="2229000" cy="1012800"/>
          </a:xfrm>
          <a:prstGeom prst="rect">
            <a:avLst/>
          </a:prstGeom>
          <a:noFill/>
          <a:ln>
            <a:noFill/>
          </a:ln>
        </p:spPr>
        <p:txBody>
          <a:bodyPr spcFirstLastPara="1" wrap="square" lIns="147425" tIns="73700" rIns="147425" bIns="73700" anchor="t"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48" name="Google Shape;48;p5"/>
          <p:cNvSpPr txBox="1">
            <a:spLocks noGrp="1"/>
          </p:cNvSpPr>
          <p:nvPr>
            <p:ph type="ftr" idx="11"/>
          </p:nvPr>
        </p:nvSpPr>
        <p:spPr>
          <a:xfrm>
            <a:off x="3651250" y="13771562"/>
            <a:ext cx="3389400" cy="1012800"/>
          </a:xfrm>
          <a:prstGeom prst="rect">
            <a:avLst/>
          </a:prstGeom>
          <a:noFill/>
          <a:ln>
            <a:noFill/>
          </a:ln>
        </p:spPr>
        <p:txBody>
          <a:bodyPr spcFirstLastPara="1" wrap="square" lIns="147425" tIns="73700" rIns="147425" bIns="73700" anchor="t"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49" name="Google Shape;49;p5"/>
          <p:cNvSpPr txBox="1">
            <a:spLocks noGrp="1"/>
          </p:cNvSpPr>
          <p:nvPr>
            <p:ph type="sldNum" idx="12"/>
          </p:nvPr>
        </p:nvSpPr>
        <p:spPr>
          <a:xfrm>
            <a:off x="7661275" y="13771562"/>
            <a:ext cx="2229000" cy="1012800"/>
          </a:xfrm>
          <a:prstGeom prst="rect">
            <a:avLst/>
          </a:prstGeom>
          <a:noFill/>
          <a:ln>
            <a:noFill/>
          </a:ln>
        </p:spPr>
        <p:txBody>
          <a:bodyPr spcFirstLastPara="1" wrap="square" lIns="147425" tIns="73700" rIns="147425" bIns="73700" anchor="t" anchorCtr="0">
            <a:noAutofit/>
          </a:bodyPr>
          <a:lstStyle>
            <a:lvl1pPr marL="0" marR="0" lvl="0"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1pPr>
            <a:lvl2pPr marL="0" marR="0" lvl="1"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2pPr>
            <a:lvl3pPr marL="0" marR="0" lvl="2"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3pPr>
            <a:lvl4pPr marL="0" marR="0" lvl="3"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4pPr>
            <a:lvl5pPr marL="0" marR="0" lvl="4"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5pPr>
            <a:lvl6pPr marL="0" marR="0" lvl="5"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6pPr>
            <a:lvl7pPr marL="0" marR="0" lvl="6"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7pPr>
            <a:lvl8pPr marL="0" marR="0" lvl="7"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8pPr>
            <a:lvl9pPr marL="0" marR="0" lvl="8"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0"/>
        <p:cNvGrpSpPr/>
        <p:nvPr/>
      </p:nvGrpSpPr>
      <p:grpSpPr>
        <a:xfrm>
          <a:off x="0" y="0"/>
          <a:ext cx="0" cy="0"/>
          <a:chOff x="0" y="0"/>
          <a:chExt cx="0" cy="0"/>
        </a:xfrm>
      </p:grpSpPr>
      <p:sp>
        <p:nvSpPr>
          <p:cNvPr id="51" name="Google Shape;51;p6"/>
          <p:cNvSpPr txBox="1">
            <a:spLocks noGrp="1"/>
          </p:cNvSpPr>
          <p:nvPr>
            <p:ph type="title"/>
          </p:nvPr>
        </p:nvSpPr>
        <p:spPr>
          <a:xfrm>
            <a:off x="534988" y="601663"/>
            <a:ext cx="3517800" cy="2562300"/>
          </a:xfrm>
          <a:prstGeom prst="rect">
            <a:avLst/>
          </a:prstGeom>
          <a:noFill/>
          <a:ln>
            <a:noFill/>
          </a:ln>
        </p:spPr>
        <p:txBody>
          <a:bodyPr spcFirstLastPara="1" wrap="square" lIns="147425" tIns="73700" rIns="147425" bIns="73700" anchor="b" anchorCtr="0">
            <a:noAutofit/>
          </a:bodyPr>
          <a:lstStyle>
            <a:lvl1pPr lvl="0" algn="l" rtl="0">
              <a:spcBef>
                <a:spcPts val="0"/>
              </a:spcBef>
              <a:spcAft>
                <a:spcPts val="0"/>
              </a:spcAft>
              <a:buSzPts val="1400"/>
              <a:buNone/>
              <a:defRPr sz="2000" b="1"/>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52" name="Google Shape;52;p6"/>
          <p:cNvSpPr txBox="1">
            <a:spLocks noGrp="1"/>
          </p:cNvSpPr>
          <p:nvPr>
            <p:ph type="body" idx="1"/>
          </p:nvPr>
        </p:nvSpPr>
        <p:spPr>
          <a:xfrm>
            <a:off x="4179888" y="601663"/>
            <a:ext cx="5976900" cy="12903300"/>
          </a:xfrm>
          <a:prstGeom prst="rect">
            <a:avLst/>
          </a:prstGeom>
          <a:noFill/>
          <a:ln>
            <a:noFill/>
          </a:ln>
        </p:spPr>
        <p:txBody>
          <a:bodyPr spcFirstLastPara="1" wrap="square" lIns="147425" tIns="73700" rIns="147425" bIns="73700" anchor="t" anchorCtr="0">
            <a:noAutofit/>
          </a:bodyPr>
          <a:lstStyle>
            <a:lvl1pPr marL="457200" lvl="0" indent="-431800" algn="l" rtl="0">
              <a:spcBef>
                <a:spcPts val="640"/>
              </a:spcBef>
              <a:spcAft>
                <a:spcPts val="0"/>
              </a:spcAft>
              <a:buClr>
                <a:schemeClr val="dk1"/>
              </a:buClr>
              <a:buSzPts val="3200"/>
              <a:buFont typeface="Times"/>
              <a:buChar char="•"/>
              <a:defRPr sz="3200"/>
            </a:lvl1pPr>
            <a:lvl2pPr marL="914400" lvl="1" indent="-406400" algn="l" rtl="0">
              <a:spcBef>
                <a:spcPts val="560"/>
              </a:spcBef>
              <a:spcAft>
                <a:spcPts val="0"/>
              </a:spcAft>
              <a:buClr>
                <a:schemeClr val="dk1"/>
              </a:buClr>
              <a:buSzPts val="2800"/>
              <a:buFont typeface="Times"/>
              <a:buChar char="–"/>
              <a:defRPr sz="2800"/>
            </a:lvl2pPr>
            <a:lvl3pPr marL="1371600" lvl="2" indent="-381000" algn="l" rtl="0">
              <a:spcBef>
                <a:spcPts val="480"/>
              </a:spcBef>
              <a:spcAft>
                <a:spcPts val="0"/>
              </a:spcAft>
              <a:buClr>
                <a:schemeClr val="dk1"/>
              </a:buClr>
              <a:buSzPts val="2400"/>
              <a:buFont typeface="Times"/>
              <a:buChar char="•"/>
              <a:defRPr sz="2400"/>
            </a:lvl3pPr>
            <a:lvl4pPr marL="1828800" lvl="3" indent="-355600" algn="l" rtl="0">
              <a:spcBef>
                <a:spcPts val="400"/>
              </a:spcBef>
              <a:spcAft>
                <a:spcPts val="0"/>
              </a:spcAft>
              <a:buClr>
                <a:schemeClr val="dk1"/>
              </a:buClr>
              <a:buSzPts val="2000"/>
              <a:buFont typeface="Times"/>
              <a:buChar char="–"/>
              <a:defRPr sz="2000"/>
            </a:lvl4pPr>
            <a:lvl5pPr marL="2286000" lvl="4" indent="-355600" algn="l" rtl="0">
              <a:spcBef>
                <a:spcPts val="400"/>
              </a:spcBef>
              <a:spcAft>
                <a:spcPts val="0"/>
              </a:spcAft>
              <a:buClr>
                <a:schemeClr val="dk1"/>
              </a:buClr>
              <a:buSzPts val="2000"/>
              <a:buFont typeface="Times"/>
              <a:buChar char="»"/>
              <a:defRPr sz="2000"/>
            </a:lvl5pPr>
            <a:lvl6pPr marL="2743200" lvl="5" indent="-355600" algn="l" rtl="0">
              <a:spcBef>
                <a:spcPts val="400"/>
              </a:spcBef>
              <a:spcAft>
                <a:spcPts val="0"/>
              </a:spcAft>
              <a:buClr>
                <a:schemeClr val="dk1"/>
              </a:buClr>
              <a:buSzPts val="2000"/>
              <a:buFont typeface="Times"/>
              <a:buChar char="»"/>
              <a:defRPr sz="2000"/>
            </a:lvl6pPr>
            <a:lvl7pPr marL="3200400" lvl="6" indent="-355600" algn="l" rtl="0">
              <a:spcBef>
                <a:spcPts val="400"/>
              </a:spcBef>
              <a:spcAft>
                <a:spcPts val="0"/>
              </a:spcAft>
              <a:buClr>
                <a:schemeClr val="dk1"/>
              </a:buClr>
              <a:buSzPts val="2000"/>
              <a:buFont typeface="Times"/>
              <a:buChar char="»"/>
              <a:defRPr sz="2000"/>
            </a:lvl7pPr>
            <a:lvl8pPr marL="3657600" lvl="7" indent="-355600" algn="l" rtl="0">
              <a:spcBef>
                <a:spcPts val="400"/>
              </a:spcBef>
              <a:spcAft>
                <a:spcPts val="0"/>
              </a:spcAft>
              <a:buClr>
                <a:schemeClr val="dk1"/>
              </a:buClr>
              <a:buSzPts val="2000"/>
              <a:buFont typeface="Times"/>
              <a:buChar char="»"/>
              <a:defRPr sz="2000"/>
            </a:lvl8pPr>
            <a:lvl9pPr marL="4114800" lvl="8" indent="-355600" algn="l" rtl="0">
              <a:spcBef>
                <a:spcPts val="400"/>
              </a:spcBef>
              <a:spcAft>
                <a:spcPts val="0"/>
              </a:spcAft>
              <a:buClr>
                <a:schemeClr val="dk1"/>
              </a:buClr>
              <a:buSzPts val="2000"/>
              <a:buFont typeface="Times"/>
              <a:buChar char="»"/>
              <a:defRPr sz="2000"/>
            </a:lvl9pPr>
          </a:lstStyle>
          <a:p>
            <a:endParaRPr/>
          </a:p>
        </p:txBody>
      </p:sp>
      <p:sp>
        <p:nvSpPr>
          <p:cNvPr id="53" name="Google Shape;53;p6"/>
          <p:cNvSpPr txBox="1">
            <a:spLocks noGrp="1"/>
          </p:cNvSpPr>
          <p:nvPr>
            <p:ph type="body" idx="2"/>
          </p:nvPr>
        </p:nvSpPr>
        <p:spPr>
          <a:xfrm>
            <a:off x="534988" y="3163888"/>
            <a:ext cx="3517800" cy="10341000"/>
          </a:xfrm>
          <a:prstGeom prst="rect">
            <a:avLst/>
          </a:prstGeom>
          <a:noFill/>
          <a:ln>
            <a:noFill/>
          </a:ln>
        </p:spPr>
        <p:txBody>
          <a:bodyPr spcFirstLastPara="1" wrap="square" lIns="147425" tIns="73700" rIns="147425" bIns="73700" anchor="t" anchorCtr="0">
            <a:noAutofit/>
          </a:bodyPr>
          <a:lstStyle>
            <a:lvl1pPr marL="457200" lvl="0" indent="-228600" algn="l" rtl="0">
              <a:spcBef>
                <a:spcPts val="280"/>
              </a:spcBef>
              <a:spcAft>
                <a:spcPts val="0"/>
              </a:spcAft>
              <a:buClr>
                <a:schemeClr val="dk1"/>
              </a:buClr>
              <a:buSzPts val="1400"/>
              <a:buFont typeface="Times"/>
              <a:buNone/>
              <a:defRPr sz="1400"/>
            </a:lvl1pPr>
            <a:lvl2pPr marL="914400" lvl="1" indent="-228600" algn="l" rtl="0">
              <a:spcBef>
                <a:spcPts val="240"/>
              </a:spcBef>
              <a:spcAft>
                <a:spcPts val="0"/>
              </a:spcAft>
              <a:buClr>
                <a:schemeClr val="dk1"/>
              </a:buClr>
              <a:buSzPts val="1200"/>
              <a:buFont typeface="Times"/>
              <a:buNone/>
              <a:defRPr sz="1200"/>
            </a:lvl2pPr>
            <a:lvl3pPr marL="1371600" lvl="2" indent="-228600" algn="l" rtl="0">
              <a:spcBef>
                <a:spcPts val="200"/>
              </a:spcBef>
              <a:spcAft>
                <a:spcPts val="0"/>
              </a:spcAft>
              <a:buClr>
                <a:schemeClr val="dk1"/>
              </a:buClr>
              <a:buSzPts val="1000"/>
              <a:buFont typeface="Times"/>
              <a:buNone/>
              <a:defRPr sz="1000"/>
            </a:lvl3pPr>
            <a:lvl4pPr marL="1828800" lvl="3" indent="-228600" algn="l" rtl="0">
              <a:spcBef>
                <a:spcPts val="180"/>
              </a:spcBef>
              <a:spcAft>
                <a:spcPts val="0"/>
              </a:spcAft>
              <a:buClr>
                <a:schemeClr val="dk1"/>
              </a:buClr>
              <a:buSzPts val="900"/>
              <a:buFont typeface="Times"/>
              <a:buNone/>
              <a:defRPr sz="900"/>
            </a:lvl4pPr>
            <a:lvl5pPr marL="2286000" lvl="4" indent="-228600" algn="l" rtl="0">
              <a:spcBef>
                <a:spcPts val="180"/>
              </a:spcBef>
              <a:spcAft>
                <a:spcPts val="0"/>
              </a:spcAft>
              <a:buClr>
                <a:schemeClr val="dk1"/>
              </a:buClr>
              <a:buSzPts val="900"/>
              <a:buFont typeface="Times"/>
              <a:buNone/>
              <a:defRPr sz="900"/>
            </a:lvl5pPr>
            <a:lvl6pPr marL="2743200" lvl="5" indent="-228600" algn="l" rtl="0">
              <a:spcBef>
                <a:spcPts val="180"/>
              </a:spcBef>
              <a:spcAft>
                <a:spcPts val="0"/>
              </a:spcAft>
              <a:buClr>
                <a:schemeClr val="dk1"/>
              </a:buClr>
              <a:buSzPts val="900"/>
              <a:buFont typeface="Times"/>
              <a:buNone/>
              <a:defRPr sz="900"/>
            </a:lvl6pPr>
            <a:lvl7pPr marL="3200400" lvl="6" indent="-228600" algn="l" rtl="0">
              <a:spcBef>
                <a:spcPts val="180"/>
              </a:spcBef>
              <a:spcAft>
                <a:spcPts val="0"/>
              </a:spcAft>
              <a:buClr>
                <a:schemeClr val="dk1"/>
              </a:buClr>
              <a:buSzPts val="900"/>
              <a:buFont typeface="Times"/>
              <a:buNone/>
              <a:defRPr sz="900"/>
            </a:lvl7pPr>
            <a:lvl8pPr marL="3657600" lvl="7" indent="-228600" algn="l" rtl="0">
              <a:spcBef>
                <a:spcPts val="180"/>
              </a:spcBef>
              <a:spcAft>
                <a:spcPts val="0"/>
              </a:spcAft>
              <a:buClr>
                <a:schemeClr val="dk1"/>
              </a:buClr>
              <a:buSzPts val="900"/>
              <a:buFont typeface="Times"/>
              <a:buNone/>
              <a:defRPr sz="900"/>
            </a:lvl8pPr>
            <a:lvl9pPr marL="4114800" lvl="8" indent="-228600" algn="l" rtl="0">
              <a:spcBef>
                <a:spcPts val="180"/>
              </a:spcBef>
              <a:spcAft>
                <a:spcPts val="0"/>
              </a:spcAft>
              <a:buClr>
                <a:schemeClr val="dk1"/>
              </a:buClr>
              <a:buSzPts val="900"/>
              <a:buFont typeface="Times"/>
              <a:buNone/>
              <a:defRPr sz="900"/>
            </a:lvl9pPr>
          </a:lstStyle>
          <a:p>
            <a:endParaRPr/>
          </a:p>
        </p:txBody>
      </p:sp>
      <p:sp>
        <p:nvSpPr>
          <p:cNvPr id="54" name="Google Shape;54;p6"/>
          <p:cNvSpPr txBox="1">
            <a:spLocks noGrp="1"/>
          </p:cNvSpPr>
          <p:nvPr>
            <p:ph type="dt" idx="10"/>
          </p:nvPr>
        </p:nvSpPr>
        <p:spPr>
          <a:xfrm>
            <a:off x="801687" y="13771562"/>
            <a:ext cx="2229000" cy="1012800"/>
          </a:xfrm>
          <a:prstGeom prst="rect">
            <a:avLst/>
          </a:prstGeom>
          <a:noFill/>
          <a:ln>
            <a:noFill/>
          </a:ln>
        </p:spPr>
        <p:txBody>
          <a:bodyPr spcFirstLastPara="1" wrap="square" lIns="147425" tIns="73700" rIns="147425" bIns="73700" anchor="t"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5" name="Google Shape;55;p6"/>
          <p:cNvSpPr txBox="1">
            <a:spLocks noGrp="1"/>
          </p:cNvSpPr>
          <p:nvPr>
            <p:ph type="ftr" idx="11"/>
          </p:nvPr>
        </p:nvSpPr>
        <p:spPr>
          <a:xfrm>
            <a:off x="3651250" y="13771562"/>
            <a:ext cx="3389400" cy="1012800"/>
          </a:xfrm>
          <a:prstGeom prst="rect">
            <a:avLst/>
          </a:prstGeom>
          <a:noFill/>
          <a:ln>
            <a:noFill/>
          </a:ln>
        </p:spPr>
        <p:txBody>
          <a:bodyPr spcFirstLastPara="1" wrap="square" lIns="147425" tIns="73700" rIns="147425" bIns="73700" anchor="t"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6" name="Google Shape;56;p6"/>
          <p:cNvSpPr txBox="1">
            <a:spLocks noGrp="1"/>
          </p:cNvSpPr>
          <p:nvPr>
            <p:ph type="sldNum" idx="12"/>
          </p:nvPr>
        </p:nvSpPr>
        <p:spPr>
          <a:xfrm>
            <a:off x="7661275" y="13771562"/>
            <a:ext cx="2229000" cy="1012800"/>
          </a:xfrm>
          <a:prstGeom prst="rect">
            <a:avLst/>
          </a:prstGeom>
          <a:noFill/>
          <a:ln>
            <a:noFill/>
          </a:ln>
        </p:spPr>
        <p:txBody>
          <a:bodyPr spcFirstLastPara="1" wrap="square" lIns="147425" tIns="73700" rIns="147425" bIns="73700" anchor="t" anchorCtr="0">
            <a:noAutofit/>
          </a:bodyPr>
          <a:lstStyle>
            <a:lvl1pPr marL="0" marR="0" lvl="0"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1pPr>
            <a:lvl2pPr marL="0" marR="0" lvl="1"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2pPr>
            <a:lvl3pPr marL="0" marR="0" lvl="2"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3pPr>
            <a:lvl4pPr marL="0" marR="0" lvl="3"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4pPr>
            <a:lvl5pPr marL="0" marR="0" lvl="4"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5pPr>
            <a:lvl6pPr marL="0" marR="0" lvl="5"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6pPr>
            <a:lvl7pPr marL="0" marR="0" lvl="6"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7pPr>
            <a:lvl8pPr marL="0" marR="0" lvl="7"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8pPr>
            <a:lvl9pPr marL="0" marR="0" lvl="8"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7"/>
        <p:cNvGrpSpPr/>
        <p:nvPr/>
      </p:nvGrpSpPr>
      <p:grpSpPr>
        <a:xfrm>
          <a:off x="0" y="0"/>
          <a:ext cx="0" cy="0"/>
          <a:chOff x="0" y="0"/>
          <a:chExt cx="0" cy="0"/>
        </a:xfrm>
      </p:grpSpPr>
      <p:sp>
        <p:nvSpPr>
          <p:cNvPr id="58" name="Google Shape;58;p7"/>
          <p:cNvSpPr txBox="1">
            <a:spLocks noGrp="1"/>
          </p:cNvSpPr>
          <p:nvPr>
            <p:ph type="dt" idx="10"/>
          </p:nvPr>
        </p:nvSpPr>
        <p:spPr>
          <a:xfrm>
            <a:off x="801687" y="13771562"/>
            <a:ext cx="2229000" cy="1012800"/>
          </a:xfrm>
          <a:prstGeom prst="rect">
            <a:avLst/>
          </a:prstGeom>
          <a:noFill/>
          <a:ln>
            <a:noFill/>
          </a:ln>
        </p:spPr>
        <p:txBody>
          <a:bodyPr spcFirstLastPara="1" wrap="square" lIns="147425" tIns="73700" rIns="147425" bIns="73700" anchor="t"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9" name="Google Shape;59;p7"/>
          <p:cNvSpPr txBox="1">
            <a:spLocks noGrp="1"/>
          </p:cNvSpPr>
          <p:nvPr>
            <p:ph type="ftr" idx="11"/>
          </p:nvPr>
        </p:nvSpPr>
        <p:spPr>
          <a:xfrm>
            <a:off x="3651250" y="13771562"/>
            <a:ext cx="3389400" cy="1012800"/>
          </a:xfrm>
          <a:prstGeom prst="rect">
            <a:avLst/>
          </a:prstGeom>
          <a:noFill/>
          <a:ln>
            <a:noFill/>
          </a:ln>
        </p:spPr>
        <p:txBody>
          <a:bodyPr spcFirstLastPara="1" wrap="square" lIns="147425" tIns="73700" rIns="147425" bIns="73700" anchor="t"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60" name="Google Shape;60;p7"/>
          <p:cNvSpPr txBox="1">
            <a:spLocks noGrp="1"/>
          </p:cNvSpPr>
          <p:nvPr>
            <p:ph type="sldNum" idx="12"/>
          </p:nvPr>
        </p:nvSpPr>
        <p:spPr>
          <a:xfrm>
            <a:off x="7661275" y="13771562"/>
            <a:ext cx="2229000" cy="1012800"/>
          </a:xfrm>
          <a:prstGeom prst="rect">
            <a:avLst/>
          </a:prstGeom>
          <a:noFill/>
          <a:ln>
            <a:noFill/>
          </a:ln>
        </p:spPr>
        <p:txBody>
          <a:bodyPr spcFirstLastPara="1" wrap="square" lIns="147425" tIns="73700" rIns="147425" bIns="73700" anchor="t" anchorCtr="0">
            <a:noAutofit/>
          </a:bodyPr>
          <a:lstStyle>
            <a:lvl1pPr marL="0" marR="0" lvl="0"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1pPr>
            <a:lvl2pPr marL="0" marR="0" lvl="1"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2pPr>
            <a:lvl3pPr marL="0" marR="0" lvl="2"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3pPr>
            <a:lvl4pPr marL="0" marR="0" lvl="3"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4pPr>
            <a:lvl5pPr marL="0" marR="0" lvl="4"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5pPr>
            <a:lvl6pPr marL="0" marR="0" lvl="5"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6pPr>
            <a:lvl7pPr marL="0" marR="0" lvl="6"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7pPr>
            <a:lvl8pPr marL="0" marR="0" lvl="7"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8pPr>
            <a:lvl9pPr marL="0" marR="0" lvl="8"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1"/>
        <p:cNvGrpSpPr/>
        <p:nvPr/>
      </p:nvGrpSpPr>
      <p:grpSpPr>
        <a:xfrm>
          <a:off x="0" y="0"/>
          <a:ext cx="0" cy="0"/>
          <a:chOff x="0" y="0"/>
          <a:chExt cx="0" cy="0"/>
        </a:xfrm>
      </p:grpSpPr>
      <p:sp>
        <p:nvSpPr>
          <p:cNvPr id="62" name="Google Shape;62;p8"/>
          <p:cNvSpPr txBox="1">
            <a:spLocks noGrp="1"/>
          </p:cNvSpPr>
          <p:nvPr>
            <p:ph type="title"/>
          </p:nvPr>
        </p:nvSpPr>
        <p:spPr>
          <a:xfrm>
            <a:off x="801687" y="1346200"/>
            <a:ext cx="9088500" cy="2517900"/>
          </a:xfrm>
          <a:prstGeom prst="rect">
            <a:avLst/>
          </a:prstGeom>
          <a:noFill/>
          <a:ln>
            <a:noFill/>
          </a:ln>
        </p:spPr>
        <p:txBody>
          <a:bodyPr spcFirstLastPara="1" wrap="square" lIns="147425" tIns="73700" rIns="147425" bIns="73700" anchor="ctr" anchorCtr="0">
            <a:noAutofit/>
          </a:bodyPr>
          <a:lstStyle>
            <a:lvl1pPr lvl="0" algn="ctr" rtl="0">
              <a:spcBef>
                <a:spcPts val="0"/>
              </a:spcBef>
              <a:spcAft>
                <a:spcPts val="0"/>
              </a:spcAft>
              <a:buSzPts val="14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63" name="Google Shape;63;p8"/>
          <p:cNvSpPr txBox="1">
            <a:spLocks noGrp="1"/>
          </p:cNvSpPr>
          <p:nvPr>
            <p:ph type="dt" idx="10"/>
          </p:nvPr>
        </p:nvSpPr>
        <p:spPr>
          <a:xfrm>
            <a:off x="801687" y="13771562"/>
            <a:ext cx="2229000" cy="1012800"/>
          </a:xfrm>
          <a:prstGeom prst="rect">
            <a:avLst/>
          </a:prstGeom>
          <a:noFill/>
          <a:ln>
            <a:noFill/>
          </a:ln>
        </p:spPr>
        <p:txBody>
          <a:bodyPr spcFirstLastPara="1" wrap="square" lIns="147425" tIns="73700" rIns="147425" bIns="73700" anchor="t"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64" name="Google Shape;64;p8"/>
          <p:cNvSpPr txBox="1">
            <a:spLocks noGrp="1"/>
          </p:cNvSpPr>
          <p:nvPr>
            <p:ph type="ftr" idx="11"/>
          </p:nvPr>
        </p:nvSpPr>
        <p:spPr>
          <a:xfrm>
            <a:off x="3651250" y="13771562"/>
            <a:ext cx="3389400" cy="1012800"/>
          </a:xfrm>
          <a:prstGeom prst="rect">
            <a:avLst/>
          </a:prstGeom>
          <a:noFill/>
          <a:ln>
            <a:noFill/>
          </a:ln>
        </p:spPr>
        <p:txBody>
          <a:bodyPr spcFirstLastPara="1" wrap="square" lIns="147425" tIns="73700" rIns="147425" bIns="73700" anchor="t"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65" name="Google Shape;65;p8"/>
          <p:cNvSpPr txBox="1">
            <a:spLocks noGrp="1"/>
          </p:cNvSpPr>
          <p:nvPr>
            <p:ph type="sldNum" idx="12"/>
          </p:nvPr>
        </p:nvSpPr>
        <p:spPr>
          <a:xfrm>
            <a:off x="7661275" y="13771562"/>
            <a:ext cx="2229000" cy="1012800"/>
          </a:xfrm>
          <a:prstGeom prst="rect">
            <a:avLst/>
          </a:prstGeom>
          <a:noFill/>
          <a:ln>
            <a:noFill/>
          </a:ln>
        </p:spPr>
        <p:txBody>
          <a:bodyPr spcFirstLastPara="1" wrap="square" lIns="147425" tIns="73700" rIns="147425" bIns="73700" anchor="t" anchorCtr="0">
            <a:noAutofit/>
          </a:bodyPr>
          <a:lstStyle>
            <a:lvl1pPr marL="0" marR="0" lvl="0"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1pPr>
            <a:lvl2pPr marL="0" marR="0" lvl="1"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2pPr>
            <a:lvl3pPr marL="0" marR="0" lvl="2"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3pPr>
            <a:lvl4pPr marL="0" marR="0" lvl="3"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4pPr>
            <a:lvl5pPr marL="0" marR="0" lvl="4"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5pPr>
            <a:lvl6pPr marL="0" marR="0" lvl="5"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6pPr>
            <a:lvl7pPr marL="0" marR="0" lvl="6"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7pPr>
            <a:lvl8pPr marL="0" marR="0" lvl="7"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8pPr>
            <a:lvl9pPr marL="0" marR="0" lvl="8"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534988" y="604838"/>
            <a:ext cx="9621900" cy="2520900"/>
          </a:xfrm>
          <a:prstGeom prst="rect">
            <a:avLst/>
          </a:prstGeom>
          <a:noFill/>
          <a:ln>
            <a:noFill/>
          </a:ln>
        </p:spPr>
        <p:txBody>
          <a:bodyPr spcFirstLastPara="1" wrap="square" lIns="147425" tIns="73700" rIns="147425" bIns="73700" anchor="ctr" anchorCtr="0">
            <a:noAutofit/>
          </a:bodyPr>
          <a:lstStyle>
            <a:lvl1pPr lvl="0" algn="ctr" rtl="0">
              <a:spcBef>
                <a:spcPts val="0"/>
              </a:spcBef>
              <a:spcAft>
                <a:spcPts val="0"/>
              </a:spcAft>
              <a:buSzPts val="14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68" name="Google Shape;68;p9"/>
          <p:cNvSpPr txBox="1">
            <a:spLocks noGrp="1"/>
          </p:cNvSpPr>
          <p:nvPr>
            <p:ph type="body" idx="1"/>
          </p:nvPr>
        </p:nvSpPr>
        <p:spPr>
          <a:xfrm>
            <a:off x="534988" y="3384550"/>
            <a:ext cx="4724400" cy="1409700"/>
          </a:xfrm>
          <a:prstGeom prst="rect">
            <a:avLst/>
          </a:prstGeom>
          <a:noFill/>
          <a:ln>
            <a:noFill/>
          </a:ln>
        </p:spPr>
        <p:txBody>
          <a:bodyPr spcFirstLastPara="1" wrap="square" lIns="147425" tIns="73700" rIns="147425" bIns="73700" anchor="b" anchorCtr="0">
            <a:noAutofit/>
          </a:bodyPr>
          <a:lstStyle>
            <a:lvl1pPr marL="457200" lvl="0" indent="-228600" algn="l" rtl="0">
              <a:spcBef>
                <a:spcPts val="480"/>
              </a:spcBef>
              <a:spcAft>
                <a:spcPts val="0"/>
              </a:spcAft>
              <a:buClr>
                <a:schemeClr val="dk1"/>
              </a:buClr>
              <a:buSzPts val="2400"/>
              <a:buFont typeface="Times"/>
              <a:buNone/>
              <a:defRPr sz="2400" b="1"/>
            </a:lvl1pPr>
            <a:lvl2pPr marL="914400" lvl="1" indent="-228600" algn="l" rtl="0">
              <a:spcBef>
                <a:spcPts val="400"/>
              </a:spcBef>
              <a:spcAft>
                <a:spcPts val="0"/>
              </a:spcAft>
              <a:buClr>
                <a:schemeClr val="dk1"/>
              </a:buClr>
              <a:buSzPts val="2000"/>
              <a:buFont typeface="Times"/>
              <a:buNone/>
              <a:defRPr sz="2000" b="1"/>
            </a:lvl2pPr>
            <a:lvl3pPr marL="1371600" lvl="2" indent="-228600" algn="l" rtl="0">
              <a:spcBef>
                <a:spcPts val="360"/>
              </a:spcBef>
              <a:spcAft>
                <a:spcPts val="0"/>
              </a:spcAft>
              <a:buClr>
                <a:schemeClr val="dk1"/>
              </a:buClr>
              <a:buSzPts val="1800"/>
              <a:buFont typeface="Times"/>
              <a:buNone/>
              <a:defRPr sz="1800" b="1"/>
            </a:lvl3pPr>
            <a:lvl4pPr marL="1828800" lvl="3" indent="-228600" algn="l" rtl="0">
              <a:spcBef>
                <a:spcPts val="320"/>
              </a:spcBef>
              <a:spcAft>
                <a:spcPts val="0"/>
              </a:spcAft>
              <a:buClr>
                <a:schemeClr val="dk1"/>
              </a:buClr>
              <a:buSzPts val="1600"/>
              <a:buFont typeface="Times"/>
              <a:buNone/>
              <a:defRPr sz="1600" b="1"/>
            </a:lvl4pPr>
            <a:lvl5pPr marL="2286000" lvl="4" indent="-228600" algn="l" rtl="0">
              <a:spcBef>
                <a:spcPts val="320"/>
              </a:spcBef>
              <a:spcAft>
                <a:spcPts val="0"/>
              </a:spcAft>
              <a:buClr>
                <a:schemeClr val="dk1"/>
              </a:buClr>
              <a:buSzPts val="1600"/>
              <a:buFont typeface="Times"/>
              <a:buNone/>
              <a:defRPr sz="1600" b="1"/>
            </a:lvl5pPr>
            <a:lvl6pPr marL="2743200" lvl="5" indent="-228600" algn="l" rtl="0">
              <a:spcBef>
                <a:spcPts val="320"/>
              </a:spcBef>
              <a:spcAft>
                <a:spcPts val="0"/>
              </a:spcAft>
              <a:buClr>
                <a:schemeClr val="dk1"/>
              </a:buClr>
              <a:buSzPts val="1600"/>
              <a:buFont typeface="Times"/>
              <a:buNone/>
              <a:defRPr sz="1600" b="1"/>
            </a:lvl6pPr>
            <a:lvl7pPr marL="3200400" lvl="6" indent="-228600" algn="l" rtl="0">
              <a:spcBef>
                <a:spcPts val="320"/>
              </a:spcBef>
              <a:spcAft>
                <a:spcPts val="0"/>
              </a:spcAft>
              <a:buClr>
                <a:schemeClr val="dk1"/>
              </a:buClr>
              <a:buSzPts val="1600"/>
              <a:buFont typeface="Times"/>
              <a:buNone/>
              <a:defRPr sz="1600" b="1"/>
            </a:lvl7pPr>
            <a:lvl8pPr marL="3657600" lvl="7" indent="-228600" algn="l" rtl="0">
              <a:spcBef>
                <a:spcPts val="320"/>
              </a:spcBef>
              <a:spcAft>
                <a:spcPts val="0"/>
              </a:spcAft>
              <a:buClr>
                <a:schemeClr val="dk1"/>
              </a:buClr>
              <a:buSzPts val="1600"/>
              <a:buFont typeface="Times"/>
              <a:buNone/>
              <a:defRPr sz="1600" b="1"/>
            </a:lvl8pPr>
            <a:lvl9pPr marL="4114800" lvl="8" indent="-228600" algn="l" rtl="0">
              <a:spcBef>
                <a:spcPts val="320"/>
              </a:spcBef>
              <a:spcAft>
                <a:spcPts val="0"/>
              </a:spcAft>
              <a:buClr>
                <a:schemeClr val="dk1"/>
              </a:buClr>
              <a:buSzPts val="1600"/>
              <a:buFont typeface="Times"/>
              <a:buNone/>
              <a:defRPr sz="1600" b="1"/>
            </a:lvl9pPr>
          </a:lstStyle>
          <a:p>
            <a:endParaRPr/>
          </a:p>
        </p:txBody>
      </p:sp>
      <p:sp>
        <p:nvSpPr>
          <p:cNvPr id="69" name="Google Shape;69;p9"/>
          <p:cNvSpPr txBox="1">
            <a:spLocks noGrp="1"/>
          </p:cNvSpPr>
          <p:nvPr>
            <p:ph type="body" idx="2"/>
          </p:nvPr>
        </p:nvSpPr>
        <p:spPr>
          <a:xfrm>
            <a:off x="534988" y="4794250"/>
            <a:ext cx="4724400" cy="8710500"/>
          </a:xfrm>
          <a:prstGeom prst="rect">
            <a:avLst/>
          </a:prstGeom>
          <a:noFill/>
          <a:ln>
            <a:noFill/>
          </a:ln>
        </p:spPr>
        <p:txBody>
          <a:bodyPr spcFirstLastPara="1" wrap="square" lIns="147425" tIns="73700" rIns="147425" bIns="73700" anchor="t" anchorCtr="0">
            <a:noAutofit/>
          </a:bodyPr>
          <a:lstStyle>
            <a:lvl1pPr marL="457200" lvl="0" indent="-381000" algn="l" rtl="0">
              <a:spcBef>
                <a:spcPts val="480"/>
              </a:spcBef>
              <a:spcAft>
                <a:spcPts val="0"/>
              </a:spcAft>
              <a:buClr>
                <a:schemeClr val="dk1"/>
              </a:buClr>
              <a:buSzPts val="2400"/>
              <a:buFont typeface="Times"/>
              <a:buChar char="•"/>
              <a:defRPr sz="2400"/>
            </a:lvl1pPr>
            <a:lvl2pPr marL="914400" lvl="1" indent="-355600" algn="l" rtl="0">
              <a:spcBef>
                <a:spcPts val="400"/>
              </a:spcBef>
              <a:spcAft>
                <a:spcPts val="0"/>
              </a:spcAft>
              <a:buClr>
                <a:schemeClr val="dk1"/>
              </a:buClr>
              <a:buSzPts val="2000"/>
              <a:buFont typeface="Times"/>
              <a:buChar char="–"/>
              <a:defRPr sz="2000"/>
            </a:lvl2pPr>
            <a:lvl3pPr marL="1371600" lvl="2" indent="-342900" algn="l" rtl="0">
              <a:spcBef>
                <a:spcPts val="360"/>
              </a:spcBef>
              <a:spcAft>
                <a:spcPts val="0"/>
              </a:spcAft>
              <a:buClr>
                <a:schemeClr val="dk1"/>
              </a:buClr>
              <a:buSzPts val="1800"/>
              <a:buFont typeface="Times"/>
              <a:buChar char="•"/>
              <a:defRPr sz="1800"/>
            </a:lvl3pPr>
            <a:lvl4pPr marL="1828800" lvl="3" indent="-330200" algn="l" rtl="0">
              <a:spcBef>
                <a:spcPts val="320"/>
              </a:spcBef>
              <a:spcAft>
                <a:spcPts val="0"/>
              </a:spcAft>
              <a:buClr>
                <a:schemeClr val="dk1"/>
              </a:buClr>
              <a:buSzPts val="1600"/>
              <a:buFont typeface="Times"/>
              <a:buChar char="–"/>
              <a:defRPr sz="1600"/>
            </a:lvl4pPr>
            <a:lvl5pPr marL="2286000" lvl="4" indent="-330200" algn="l" rtl="0">
              <a:spcBef>
                <a:spcPts val="320"/>
              </a:spcBef>
              <a:spcAft>
                <a:spcPts val="0"/>
              </a:spcAft>
              <a:buClr>
                <a:schemeClr val="dk1"/>
              </a:buClr>
              <a:buSzPts val="1600"/>
              <a:buFont typeface="Times"/>
              <a:buChar char="»"/>
              <a:defRPr sz="1600"/>
            </a:lvl5pPr>
            <a:lvl6pPr marL="2743200" lvl="5" indent="-330200" algn="l" rtl="0">
              <a:spcBef>
                <a:spcPts val="320"/>
              </a:spcBef>
              <a:spcAft>
                <a:spcPts val="0"/>
              </a:spcAft>
              <a:buClr>
                <a:schemeClr val="dk1"/>
              </a:buClr>
              <a:buSzPts val="1600"/>
              <a:buFont typeface="Times"/>
              <a:buChar char="»"/>
              <a:defRPr sz="1600"/>
            </a:lvl6pPr>
            <a:lvl7pPr marL="3200400" lvl="6" indent="-330200" algn="l" rtl="0">
              <a:spcBef>
                <a:spcPts val="320"/>
              </a:spcBef>
              <a:spcAft>
                <a:spcPts val="0"/>
              </a:spcAft>
              <a:buClr>
                <a:schemeClr val="dk1"/>
              </a:buClr>
              <a:buSzPts val="1600"/>
              <a:buFont typeface="Times"/>
              <a:buChar char="»"/>
              <a:defRPr sz="1600"/>
            </a:lvl7pPr>
            <a:lvl8pPr marL="3657600" lvl="7" indent="-330200" algn="l" rtl="0">
              <a:spcBef>
                <a:spcPts val="320"/>
              </a:spcBef>
              <a:spcAft>
                <a:spcPts val="0"/>
              </a:spcAft>
              <a:buClr>
                <a:schemeClr val="dk1"/>
              </a:buClr>
              <a:buSzPts val="1600"/>
              <a:buFont typeface="Times"/>
              <a:buChar char="»"/>
              <a:defRPr sz="1600"/>
            </a:lvl8pPr>
            <a:lvl9pPr marL="4114800" lvl="8" indent="-330200" algn="l" rtl="0">
              <a:spcBef>
                <a:spcPts val="320"/>
              </a:spcBef>
              <a:spcAft>
                <a:spcPts val="0"/>
              </a:spcAft>
              <a:buClr>
                <a:schemeClr val="dk1"/>
              </a:buClr>
              <a:buSzPts val="1600"/>
              <a:buFont typeface="Times"/>
              <a:buChar char="»"/>
              <a:defRPr sz="1600"/>
            </a:lvl9pPr>
          </a:lstStyle>
          <a:p>
            <a:endParaRPr/>
          </a:p>
        </p:txBody>
      </p:sp>
      <p:sp>
        <p:nvSpPr>
          <p:cNvPr id="70" name="Google Shape;70;p9"/>
          <p:cNvSpPr txBox="1">
            <a:spLocks noGrp="1"/>
          </p:cNvSpPr>
          <p:nvPr>
            <p:ph type="body" idx="3"/>
          </p:nvPr>
        </p:nvSpPr>
        <p:spPr>
          <a:xfrm>
            <a:off x="5430838" y="3384550"/>
            <a:ext cx="4725900" cy="1409700"/>
          </a:xfrm>
          <a:prstGeom prst="rect">
            <a:avLst/>
          </a:prstGeom>
          <a:noFill/>
          <a:ln>
            <a:noFill/>
          </a:ln>
        </p:spPr>
        <p:txBody>
          <a:bodyPr spcFirstLastPara="1" wrap="square" lIns="147425" tIns="73700" rIns="147425" bIns="73700" anchor="b" anchorCtr="0">
            <a:noAutofit/>
          </a:bodyPr>
          <a:lstStyle>
            <a:lvl1pPr marL="457200" lvl="0" indent="-228600" algn="l" rtl="0">
              <a:spcBef>
                <a:spcPts val="480"/>
              </a:spcBef>
              <a:spcAft>
                <a:spcPts val="0"/>
              </a:spcAft>
              <a:buClr>
                <a:schemeClr val="dk1"/>
              </a:buClr>
              <a:buSzPts val="2400"/>
              <a:buFont typeface="Times"/>
              <a:buNone/>
              <a:defRPr sz="2400" b="1"/>
            </a:lvl1pPr>
            <a:lvl2pPr marL="914400" lvl="1" indent="-228600" algn="l" rtl="0">
              <a:spcBef>
                <a:spcPts val="400"/>
              </a:spcBef>
              <a:spcAft>
                <a:spcPts val="0"/>
              </a:spcAft>
              <a:buClr>
                <a:schemeClr val="dk1"/>
              </a:buClr>
              <a:buSzPts val="2000"/>
              <a:buFont typeface="Times"/>
              <a:buNone/>
              <a:defRPr sz="2000" b="1"/>
            </a:lvl2pPr>
            <a:lvl3pPr marL="1371600" lvl="2" indent="-228600" algn="l" rtl="0">
              <a:spcBef>
                <a:spcPts val="360"/>
              </a:spcBef>
              <a:spcAft>
                <a:spcPts val="0"/>
              </a:spcAft>
              <a:buClr>
                <a:schemeClr val="dk1"/>
              </a:buClr>
              <a:buSzPts val="1800"/>
              <a:buFont typeface="Times"/>
              <a:buNone/>
              <a:defRPr sz="1800" b="1"/>
            </a:lvl3pPr>
            <a:lvl4pPr marL="1828800" lvl="3" indent="-228600" algn="l" rtl="0">
              <a:spcBef>
                <a:spcPts val="320"/>
              </a:spcBef>
              <a:spcAft>
                <a:spcPts val="0"/>
              </a:spcAft>
              <a:buClr>
                <a:schemeClr val="dk1"/>
              </a:buClr>
              <a:buSzPts val="1600"/>
              <a:buFont typeface="Times"/>
              <a:buNone/>
              <a:defRPr sz="1600" b="1"/>
            </a:lvl4pPr>
            <a:lvl5pPr marL="2286000" lvl="4" indent="-228600" algn="l" rtl="0">
              <a:spcBef>
                <a:spcPts val="320"/>
              </a:spcBef>
              <a:spcAft>
                <a:spcPts val="0"/>
              </a:spcAft>
              <a:buClr>
                <a:schemeClr val="dk1"/>
              </a:buClr>
              <a:buSzPts val="1600"/>
              <a:buFont typeface="Times"/>
              <a:buNone/>
              <a:defRPr sz="1600" b="1"/>
            </a:lvl5pPr>
            <a:lvl6pPr marL="2743200" lvl="5" indent="-228600" algn="l" rtl="0">
              <a:spcBef>
                <a:spcPts val="320"/>
              </a:spcBef>
              <a:spcAft>
                <a:spcPts val="0"/>
              </a:spcAft>
              <a:buClr>
                <a:schemeClr val="dk1"/>
              </a:buClr>
              <a:buSzPts val="1600"/>
              <a:buFont typeface="Times"/>
              <a:buNone/>
              <a:defRPr sz="1600" b="1"/>
            </a:lvl6pPr>
            <a:lvl7pPr marL="3200400" lvl="6" indent="-228600" algn="l" rtl="0">
              <a:spcBef>
                <a:spcPts val="320"/>
              </a:spcBef>
              <a:spcAft>
                <a:spcPts val="0"/>
              </a:spcAft>
              <a:buClr>
                <a:schemeClr val="dk1"/>
              </a:buClr>
              <a:buSzPts val="1600"/>
              <a:buFont typeface="Times"/>
              <a:buNone/>
              <a:defRPr sz="1600" b="1"/>
            </a:lvl7pPr>
            <a:lvl8pPr marL="3657600" lvl="7" indent="-228600" algn="l" rtl="0">
              <a:spcBef>
                <a:spcPts val="320"/>
              </a:spcBef>
              <a:spcAft>
                <a:spcPts val="0"/>
              </a:spcAft>
              <a:buClr>
                <a:schemeClr val="dk1"/>
              </a:buClr>
              <a:buSzPts val="1600"/>
              <a:buFont typeface="Times"/>
              <a:buNone/>
              <a:defRPr sz="1600" b="1"/>
            </a:lvl8pPr>
            <a:lvl9pPr marL="4114800" lvl="8" indent="-228600" algn="l" rtl="0">
              <a:spcBef>
                <a:spcPts val="320"/>
              </a:spcBef>
              <a:spcAft>
                <a:spcPts val="0"/>
              </a:spcAft>
              <a:buClr>
                <a:schemeClr val="dk1"/>
              </a:buClr>
              <a:buSzPts val="1600"/>
              <a:buFont typeface="Times"/>
              <a:buNone/>
              <a:defRPr sz="1600" b="1"/>
            </a:lvl9pPr>
          </a:lstStyle>
          <a:p>
            <a:endParaRPr/>
          </a:p>
        </p:txBody>
      </p:sp>
      <p:sp>
        <p:nvSpPr>
          <p:cNvPr id="71" name="Google Shape;71;p9"/>
          <p:cNvSpPr txBox="1">
            <a:spLocks noGrp="1"/>
          </p:cNvSpPr>
          <p:nvPr>
            <p:ph type="body" idx="4"/>
          </p:nvPr>
        </p:nvSpPr>
        <p:spPr>
          <a:xfrm>
            <a:off x="5430838" y="4794250"/>
            <a:ext cx="4725900" cy="8710500"/>
          </a:xfrm>
          <a:prstGeom prst="rect">
            <a:avLst/>
          </a:prstGeom>
          <a:noFill/>
          <a:ln>
            <a:noFill/>
          </a:ln>
        </p:spPr>
        <p:txBody>
          <a:bodyPr spcFirstLastPara="1" wrap="square" lIns="147425" tIns="73700" rIns="147425" bIns="73700" anchor="t" anchorCtr="0">
            <a:noAutofit/>
          </a:bodyPr>
          <a:lstStyle>
            <a:lvl1pPr marL="457200" lvl="0" indent="-381000" algn="l" rtl="0">
              <a:spcBef>
                <a:spcPts val="480"/>
              </a:spcBef>
              <a:spcAft>
                <a:spcPts val="0"/>
              </a:spcAft>
              <a:buClr>
                <a:schemeClr val="dk1"/>
              </a:buClr>
              <a:buSzPts val="2400"/>
              <a:buFont typeface="Times"/>
              <a:buChar char="•"/>
              <a:defRPr sz="2400"/>
            </a:lvl1pPr>
            <a:lvl2pPr marL="914400" lvl="1" indent="-355600" algn="l" rtl="0">
              <a:spcBef>
                <a:spcPts val="400"/>
              </a:spcBef>
              <a:spcAft>
                <a:spcPts val="0"/>
              </a:spcAft>
              <a:buClr>
                <a:schemeClr val="dk1"/>
              </a:buClr>
              <a:buSzPts val="2000"/>
              <a:buFont typeface="Times"/>
              <a:buChar char="–"/>
              <a:defRPr sz="2000"/>
            </a:lvl2pPr>
            <a:lvl3pPr marL="1371600" lvl="2" indent="-342900" algn="l" rtl="0">
              <a:spcBef>
                <a:spcPts val="360"/>
              </a:spcBef>
              <a:spcAft>
                <a:spcPts val="0"/>
              </a:spcAft>
              <a:buClr>
                <a:schemeClr val="dk1"/>
              </a:buClr>
              <a:buSzPts val="1800"/>
              <a:buFont typeface="Times"/>
              <a:buChar char="•"/>
              <a:defRPr sz="1800"/>
            </a:lvl3pPr>
            <a:lvl4pPr marL="1828800" lvl="3" indent="-330200" algn="l" rtl="0">
              <a:spcBef>
                <a:spcPts val="320"/>
              </a:spcBef>
              <a:spcAft>
                <a:spcPts val="0"/>
              </a:spcAft>
              <a:buClr>
                <a:schemeClr val="dk1"/>
              </a:buClr>
              <a:buSzPts val="1600"/>
              <a:buFont typeface="Times"/>
              <a:buChar char="–"/>
              <a:defRPr sz="1600"/>
            </a:lvl4pPr>
            <a:lvl5pPr marL="2286000" lvl="4" indent="-330200" algn="l" rtl="0">
              <a:spcBef>
                <a:spcPts val="320"/>
              </a:spcBef>
              <a:spcAft>
                <a:spcPts val="0"/>
              </a:spcAft>
              <a:buClr>
                <a:schemeClr val="dk1"/>
              </a:buClr>
              <a:buSzPts val="1600"/>
              <a:buFont typeface="Times"/>
              <a:buChar char="»"/>
              <a:defRPr sz="1600"/>
            </a:lvl5pPr>
            <a:lvl6pPr marL="2743200" lvl="5" indent="-330200" algn="l" rtl="0">
              <a:spcBef>
                <a:spcPts val="320"/>
              </a:spcBef>
              <a:spcAft>
                <a:spcPts val="0"/>
              </a:spcAft>
              <a:buClr>
                <a:schemeClr val="dk1"/>
              </a:buClr>
              <a:buSzPts val="1600"/>
              <a:buFont typeface="Times"/>
              <a:buChar char="»"/>
              <a:defRPr sz="1600"/>
            </a:lvl6pPr>
            <a:lvl7pPr marL="3200400" lvl="6" indent="-330200" algn="l" rtl="0">
              <a:spcBef>
                <a:spcPts val="320"/>
              </a:spcBef>
              <a:spcAft>
                <a:spcPts val="0"/>
              </a:spcAft>
              <a:buClr>
                <a:schemeClr val="dk1"/>
              </a:buClr>
              <a:buSzPts val="1600"/>
              <a:buFont typeface="Times"/>
              <a:buChar char="»"/>
              <a:defRPr sz="1600"/>
            </a:lvl7pPr>
            <a:lvl8pPr marL="3657600" lvl="7" indent="-330200" algn="l" rtl="0">
              <a:spcBef>
                <a:spcPts val="320"/>
              </a:spcBef>
              <a:spcAft>
                <a:spcPts val="0"/>
              </a:spcAft>
              <a:buClr>
                <a:schemeClr val="dk1"/>
              </a:buClr>
              <a:buSzPts val="1600"/>
              <a:buFont typeface="Times"/>
              <a:buChar char="»"/>
              <a:defRPr sz="1600"/>
            </a:lvl8pPr>
            <a:lvl9pPr marL="4114800" lvl="8" indent="-330200" algn="l" rtl="0">
              <a:spcBef>
                <a:spcPts val="320"/>
              </a:spcBef>
              <a:spcAft>
                <a:spcPts val="0"/>
              </a:spcAft>
              <a:buClr>
                <a:schemeClr val="dk1"/>
              </a:buClr>
              <a:buSzPts val="1600"/>
              <a:buFont typeface="Times"/>
              <a:buChar char="»"/>
              <a:defRPr sz="1600"/>
            </a:lvl9pPr>
          </a:lstStyle>
          <a:p>
            <a:endParaRPr/>
          </a:p>
        </p:txBody>
      </p:sp>
      <p:sp>
        <p:nvSpPr>
          <p:cNvPr id="72" name="Google Shape;72;p9"/>
          <p:cNvSpPr txBox="1">
            <a:spLocks noGrp="1"/>
          </p:cNvSpPr>
          <p:nvPr>
            <p:ph type="dt" idx="10"/>
          </p:nvPr>
        </p:nvSpPr>
        <p:spPr>
          <a:xfrm>
            <a:off x="801687" y="13771562"/>
            <a:ext cx="2229000" cy="1012800"/>
          </a:xfrm>
          <a:prstGeom prst="rect">
            <a:avLst/>
          </a:prstGeom>
          <a:noFill/>
          <a:ln>
            <a:noFill/>
          </a:ln>
        </p:spPr>
        <p:txBody>
          <a:bodyPr spcFirstLastPara="1" wrap="square" lIns="147425" tIns="73700" rIns="147425" bIns="73700" anchor="t"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3" name="Google Shape;73;p9"/>
          <p:cNvSpPr txBox="1">
            <a:spLocks noGrp="1"/>
          </p:cNvSpPr>
          <p:nvPr>
            <p:ph type="ftr" idx="11"/>
          </p:nvPr>
        </p:nvSpPr>
        <p:spPr>
          <a:xfrm>
            <a:off x="3651250" y="13771562"/>
            <a:ext cx="3389400" cy="1012800"/>
          </a:xfrm>
          <a:prstGeom prst="rect">
            <a:avLst/>
          </a:prstGeom>
          <a:noFill/>
          <a:ln>
            <a:noFill/>
          </a:ln>
        </p:spPr>
        <p:txBody>
          <a:bodyPr spcFirstLastPara="1" wrap="square" lIns="147425" tIns="73700" rIns="147425" bIns="73700" anchor="t"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4" name="Google Shape;74;p9"/>
          <p:cNvSpPr txBox="1">
            <a:spLocks noGrp="1"/>
          </p:cNvSpPr>
          <p:nvPr>
            <p:ph type="sldNum" idx="12"/>
          </p:nvPr>
        </p:nvSpPr>
        <p:spPr>
          <a:xfrm>
            <a:off x="7661275" y="13771562"/>
            <a:ext cx="2229000" cy="1012800"/>
          </a:xfrm>
          <a:prstGeom prst="rect">
            <a:avLst/>
          </a:prstGeom>
          <a:noFill/>
          <a:ln>
            <a:noFill/>
          </a:ln>
        </p:spPr>
        <p:txBody>
          <a:bodyPr spcFirstLastPara="1" wrap="square" lIns="147425" tIns="73700" rIns="147425" bIns="73700" anchor="t" anchorCtr="0">
            <a:noAutofit/>
          </a:bodyPr>
          <a:lstStyle>
            <a:lvl1pPr marL="0" marR="0" lvl="0"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1pPr>
            <a:lvl2pPr marL="0" marR="0" lvl="1"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2pPr>
            <a:lvl3pPr marL="0" marR="0" lvl="2"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3pPr>
            <a:lvl4pPr marL="0" marR="0" lvl="3"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4pPr>
            <a:lvl5pPr marL="0" marR="0" lvl="4"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5pPr>
            <a:lvl6pPr marL="0" marR="0" lvl="5"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6pPr>
            <a:lvl7pPr marL="0" marR="0" lvl="6"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7pPr>
            <a:lvl8pPr marL="0" marR="0" lvl="7"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8pPr>
            <a:lvl9pPr marL="0" marR="0" lvl="8"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75"/>
        <p:cNvGrpSpPr/>
        <p:nvPr/>
      </p:nvGrpSpPr>
      <p:grpSpPr>
        <a:xfrm>
          <a:off x="0" y="0"/>
          <a:ext cx="0" cy="0"/>
          <a:chOff x="0" y="0"/>
          <a:chExt cx="0" cy="0"/>
        </a:xfrm>
      </p:grpSpPr>
      <p:sp>
        <p:nvSpPr>
          <p:cNvPr id="76" name="Google Shape;76;p10"/>
          <p:cNvSpPr txBox="1">
            <a:spLocks noGrp="1"/>
          </p:cNvSpPr>
          <p:nvPr>
            <p:ph type="title"/>
          </p:nvPr>
        </p:nvSpPr>
        <p:spPr>
          <a:xfrm>
            <a:off x="801687" y="1346200"/>
            <a:ext cx="9088500" cy="2517900"/>
          </a:xfrm>
          <a:prstGeom prst="rect">
            <a:avLst/>
          </a:prstGeom>
          <a:noFill/>
          <a:ln>
            <a:noFill/>
          </a:ln>
        </p:spPr>
        <p:txBody>
          <a:bodyPr spcFirstLastPara="1" wrap="square" lIns="147425" tIns="73700" rIns="147425" bIns="73700" anchor="ctr" anchorCtr="0">
            <a:noAutofit/>
          </a:bodyPr>
          <a:lstStyle>
            <a:lvl1pPr lvl="0" algn="ctr" rtl="0">
              <a:spcBef>
                <a:spcPts val="0"/>
              </a:spcBef>
              <a:spcAft>
                <a:spcPts val="0"/>
              </a:spcAft>
              <a:buSzPts val="14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77" name="Google Shape;77;p10"/>
          <p:cNvSpPr txBox="1">
            <a:spLocks noGrp="1"/>
          </p:cNvSpPr>
          <p:nvPr>
            <p:ph type="body" idx="1"/>
          </p:nvPr>
        </p:nvSpPr>
        <p:spPr>
          <a:xfrm>
            <a:off x="798513" y="4343400"/>
            <a:ext cx="4467300" cy="9071100"/>
          </a:xfrm>
          <a:prstGeom prst="rect">
            <a:avLst/>
          </a:prstGeom>
          <a:noFill/>
          <a:ln>
            <a:noFill/>
          </a:ln>
        </p:spPr>
        <p:txBody>
          <a:bodyPr spcFirstLastPara="1" wrap="square" lIns="147425" tIns="73700" rIns="147425" bIns="73700" anchor="t" anchorCtr="0">
            <a:noAutofit/>
          </a:bodyPr>
          <a:lstStyle>
            <a:lvl1pPr marL="457200" lvl="0" indent="-406400" algn="l" rtl="0">
              <a:spcBef>
                <a:spcPts val="560"/>
              </a:spcBef>
              <a:spcAft>
                <a:spcPts val="0"/>
              </a:spcAft>
              <a:buClr>
                <a:schemeClr val="dk1"/>
              </a:buClr>
              <a:buSzPts val="2800"/>
              <a:buFont typeface="Times"/>
              <a:buChar char="•"/>
              <a:defRPr sz="2800"/>
            </a:lvl1pPr>
            <a:lvl2pPr marL="914400" lvl="1" indent="-381000" algn="l" rtl="0">
              <a:spcBef>
                <a:spcPts val="480"/>
              </a:spcBef>
              <a:spcAft>
                <a:spcPts val="0"/>
              </a:spcAft>
              <a:buClr>
                <a:schemeClr val="dk1"/>
              </a:buClr>
              <a:buSzPts val="2400"/>
              <a:buFont typeface="Times"/>
              <a:buChar char="–"/>
              <a:defRPr sz="2400"/>
            </a:lvl2pPr>
            <a:lvl3pPr marL="1371600" lvl="2" indent="-355600" algn="l" rtl="0">
              <a:spcBef>
                <a:spcPts val="400"/>
              </a:spcBef>
              <a:spcAft>
                <a:spcPts val="0"/>
              </a:spcAft>
              <a:buClr>
                <a:schemeClr val="dk1"/>
              </a:buClr>
              <a:buSzPts val="2000"/>
              <a:buFont typeface="Times"/>
              <a:buChar char="•"/>
              <a:defRPr sz="2000"/>
            </a:lvl3pPr>
            <a:lvl4pPr marL="1828800" lvl="3" indent="-342900" algn="l" rtl="0">
              <a:spcBef>
                <a:spcPts val="360"/>
              </a:spcBef>
              <a:spcAft>
                <a:spcPts val="0"/>
              </a:spcAft>
              <a:buClr>
                <a:schemeClr val="dk1"/>
              </a:buClr>
              <a:buSzPts val="1800"/>
              <a:buFont typeface="Times"/>
              <a:buChar char="–"/>
              <a:defRPr sz="1800"/>
            </a:lvl4pPr>
            <a:lvl5pPr marL="2286000" lvl="4" indent="-342900" algn="l" rtl="0">
              <a:spcBef>
                <a:spcPts val="360"/>
              </a:spcBef>
              <a:spcAft>
                <a:spcPts val="0"/>
              </a:spcAft>
              <a:buClr>
                <a:schemeClr val="dk1"/>
              </a:buClr>
              <a:buSzPts val="1800"/>
              <a:buFont typeface="Times"/>
              <a:buChar char="»"/>
              <a:defRPr sz="1800"/>
            </a:lvl5pPr>
            <a:lvl6pPr marL="2743200" lvl="5" indent="-342900" algn="l" rtl="0">
              <a:spcBef>
                <a:spcPts val="360"/>
              </a:spcBef>
              <a:spcAft>
                <a:spcPts val="0"/>
              </a:spcAft>
              <a:buClr>
                <a:schemeClr val="dk1"/>
              </a:buClr>
              <a:buSzPts val="1800"/>
              <a:buFont typeface="Times"/>
              <a:buChar char="»"/>
              <a:defRPr sz="1800"/>
            </a:lvl6pPr>
            <a:lvl7pPr marL="3200400" lvl="6" indent="-342900" algn="l" rtl="0">
              <a:spcBef>
                <a:spcPts val="360"/>
              </a:spcBef>
              <a:spcAft>
                <a:spcPts val="0"/>
              </a:spcAft>
              <a:buClr>
                <a:schemeClr val="dk1"/>
              </a:buClr>
              <a:buSzPts val="1800"/>
              <a:buFont typeface="Times"/>
              <a:buChar char="»"/>
              <a:defRPr sz="1800"/>
            </a:lvl7pPr>
            <a:lvl8pPr marL="3657600" lvl="7" indent="-342900" algn="l" rtl="0">
              <a:spcBef>
                <a:spcPts val="360"/>
              </a:spcBef>
              <a:spcAft>
                <a:spcPts val="0"/>
              </a:spcAft>
              <a:buClr>
                <a:schemeClr val="dk1"/>
              </a:buClr>
              <a:buSzPts val="1800"/>
              <a:buFont typeface="Times"/>
              <a:buChar char="»"/>
              <a:defRPr sz="1800"/>
            </a:lvl8pPr>
            <a:lvl9pPr marL="4114800" lvl="8" indent="-342900" algn="l" rtl="0">
              <a:spcBef>
                <a:spcPts val="360"/>
              </a:spcBef>
              <a:spcAft>
                <a:spcPts val="0"/>
              </a:spcAft>
              <a:buClr>
                <a:schemeClr val="dk1"/>
              </a:buClr>
              <a:buSzPts val="1800"/>
              <a:buFont typeface="Times"/>
              <a:buChar char="»"/>
              <a:defRPr sz="1800"/>
            </a:lvl9pPr>
          </a:lstStyle>
          <a:p>
            <a:endParaRPr/>
          </a:p>
        </p:txBody>
      </p:sp>
      <p:sp>
        <p:nvSpPr>
          <p:cNvPr id="78" name="Google Shape;78;p10"/>
          <p:cNvSpPr txBox="1">
            <a:spLocks noGrp="1"/>
          </p:cNvSpPr>
          <p:nvPr>
            <p:ph type="body" idx="2"/>
          </p:nvPr>
        </p:nvSpPr>
        <p:spPr>
          <a:xfrm>
            <a:off x="5418138" y="4343400"/>
            <a:ext cx="4468800" cy="9071100"/>
          </a:xfrm>
          <a:prstGeom prst="rect">
            <a:avLst/>
          </a:prstGeom>
          <a:noFill/>
          <a:ln>
            <a:noFill/>
          </a:ln>
        </p:spPr>
        <p:txBody>
          <a:bodyPr spcFirstLastPara="1" wrap="square" lIns="147425" tIns="73700" rIns="147425" bIns="73700" anchor="t" anchorCtr="0">
            <a:noAutofit/>
          </a:bodyPr>
          <a:lstStyle>
            <a:lvl1pPr marL="457200" lvl="0" indent="-406400" algn="l" rtl="0">
              <a:spcBef>
                <a:spcPts val="560"/>
              </a:spcBef>
              <a:spcAft>
                <a:spcPts val="0"/>
              </a:spcAft>
              <a:buClr>
                <a:schemeClr val="dk1"/>
              </a:buClr>
              <a:buSzPts val="2800"/>
              <a:buFont typeface="Times"/>
              <a:buChar char="•"/>
              <a:defRPr sz="2800"/>
            </a:lvl1pPr>
            <a:lvl2pPr marL="914400" lvl="1" indent="-381000" algn="l" rtl="0">
              <a:spcBef>
                <a:spcPts val="480"/>
              </a:spcBef>
              <a:spcAft>
                <a:spcPts val="0"/>
              </a:spcAft>
              <a:buClr>
                <a:schemeClr val="dk1"/>
              </a:buClr>
              <a:buSzPts val="2400"/>
              <a:buFont typeface="Times"/>
              <a:buChar char="–"/>
              <a:defRPr sz="2400"/>
            </a:lvl2pPr>
            <a:lvl3pPr marL="1371600" lvl="2" indent="-355600" algn="l" rtl="0">
              <a:spcBef>
                <a:spcPts val="400"/>
              </a:spcBef>
              <a:spcAft>
                <a:spcPts val="0"/>
              </a:spcAft>
              <a:buClr>
                <a:schemeClr val="dk1"/>
              </a:buClr>
              <a:buSzPts val="2000"/>
              <a:buFont typeface="Times"/>
              <a:buChar char="•"/>
              <a:defRPr sz="2000"/>
            </a:lvl3pPr>
            <a:lvl4pPr marL="1828800" lvl="3" indent="-342900" algn="l" rtl="0">
              <a:spcBef>
                <a:spcPts val="360"/>
              </a:spcBef>
              <a:spcAft>
                <a:spcPts val="0"/>
              </a:spcAft>
              <a:buClr>
                <a:schemeClr val="dk1"/>
              </a:buClr>
              <a:buSzPts val="1800"/>
              <a:buFont typeface="Times"/>
              <a:buChar char="–"/>
              <a:defRPr sz="1800"/>
            </a:lvl4pPr>
            <a:lvl5pPr marL="2286000" lvl="4" indent="-342900" algn="l" rtl="0">
              <a:spcBef>
                <a:spcPts val="360"/>
              </a:spcBef>
              <a:spcAft>
                <a:spcPts val="0"/>
              </a:spcAft>
              <a:buClr>
                <a:schemeClr val="dk1"/>
              </a:buClr>
              <a:buSzPts val="1800"/>
              <a:buFont typeface="Times"/>
              <a:buChar char="»"/>
              <a:defRPr sz="1800"/>
            </a:lvl5pPr>
            <a:lvl6pPr marL="2743200" lvl="5" indent="-342900" algn="l" rtl="0">
              <a:spcBef>
                <a:spcPts val="360"/>
              </a:spcBef>
              <a:spcAft>
                <a:spcPts val="0"/>
              </a:spcAft>
              <a:buClr>
                <a:schemeClr val="dk1"/>
              </a:buClr>
              <a:buSzPts val="1800"/>
              <a:buFont typeface="Times"/>
              <a:buChar char="»"/>
              <a:defRPr sz="1800"/>
            </a:lvl6pPr>
            <a:lvl7pPr marL="3200400" lvl="6" indent="-342900" algn="l" rtl="0">
              <a:spcBef>
                <a:spcPts val="360"/>
              </a:spcBef>
              <a:spcAft>
                <a:spcPts val="0"/>
              </a:spcAft>
              <a:buClr>
                <a:schemeClr val="dk1"/>
              </a:buClr>
              <a:buSzPts val="1800"/>
              <a:buFont typeface="Times"/>
              <a:buChar char="»"/>
              <a:defRPr sz="1800"/>
            </a:lvl7pPr>
            <a:lvl8pPr marL="3657600" lvl="7" indent="-342900" algn="l" rtl="0">
              <a:spcBef>
                <a:spcPts val="360"/>
              </a:spcBef>
              <a:spcAft>
                <a:spcPts val="0"/>
              </a:spcAft>
              <a:buClr>
                <a:schemeClr val="dk1"/>
              </a:buClr>
              <a:buSzPts val="1800"/>
              <a:buFont typeface="Times"/>
              <a:buChar char="»"/>
              <a:defRPr sz="1800"/>
            </a:lvl8pPr>
            <a:lvl9pPr marL="4114800" lvl="8" indent="-342900" algn="l" rtl="0">
              <a:spcBef>
                <a:spcPts val="360"/>
              </a:spcBef>
              <a:spcAft>
                <a:spcPts val="0"/>
              </a:spcAft>
              <a:buClr>
                <a:schemeClr val="dk1"/>
              </a:buClr>
              <a:buSzPts val="1800"/>
              <a:buFont typeface="Times"/>
              <a:buChar char="»"/>
              <a:defRPr sz="1800"/>
            </a:lvl9pPr>
          </a:lstStyle>
          <a:p>
            <a:endParaRPr/>
          </a:p>
        </p:txBody>
      </p:sp>
      <p:sp>
        <p:nvSpPr>
          <p:cNvPr id="79" name="Google Shape;79;p10"/>
          <p:cNvSpPr txBox="1">
            <a:spLocks noGrp="1"/>
          </p:cNvSpPr>
          <p:nvPr>
            <p:ph type="dt" idx="10"/>
          </p:nvPr>
        </p:nvSpPr>
        <p:spPr>
          <a:xfrm>
            <a:off x="801687" y="13771562"/>
            <a:ext cx="2229000" cy="1012800"/>
          </a:xfrm>
          <a:prstGeom prst="rect">
            <a:avLst/>
          </a:prstGeom>
          <a:noFill/>
          <a:ln>
            <a:noFill/>
          </a:ln>
        </p:spPr>
        <p:txBody>
          <a:bodyPr spcFirstLastPara="1" wrap="square" lIns="147425" tIns="73700" rIns="147425" bIns="73700" anchor="t"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80" name="Google Shape;80;p10"/>
          <p:cNvSpPr txBox="1">
            <a:spLocks noGrp="1"/>
          </p:cNvSpPr>
          <p:nvPr>
            <p:ph type="ftr" idx="11"/>
          </p:nvPr>
        </p:nvSpPr>
        <p:spPr>
          <a:xfrm>
            <a:off x="3651250" y="13771562"/>
            <a:ext cx="3389400" cy="1012800"/>
          </a:xfrm>
          <a:prstGeom prst="rect">
            <a:avLst/>
          </a:prstGeom>
          <a:noFill/>
          <a:ln>
            <a:noFill/>
          </a:ln>
        </p:spPr>
        <p:txBody>
          <a:bodyPr spcFirstLastPara="1" wrap="square" lIns="147425" tIns="73700" rIns="147425" bIns="73700" anchor="t"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81" name="Google Shape;81;p10"/>
          <p:cNvSpPr txBox="1">
            <a:spLocks noGrp="1"/>
          </p:cNvSpPr>
          <p:nvPr>
            <p:ph type="sldNum" idx="12"/>
          </p:nvPr>
        </p:nvSpPr>
        <p:spPr>
          <a:xfrm>
            <a:off x="7661275" y="13771562"/>
            <a:ext cx="2229000" cy="1012800"/>
          </a:xfrm>
          <a:prstGeom prst="rect">
            <a:avLst/>
          </a:prstGeom>
          <a:noFill/>
          <a:ln>
            <a:noFill/>
          </a:ln>
        </p:spPr>
        <p:txBody>
          <a:bodyPr spcFirstLastPara="1" wrap="square" lIns="147425" tIns="73700" rIns="147425" bIns="73700" anchor="t" anchorCtr="0">
            <a:noAutofit/>
          </a:bodyPr>
          <a:lstStyle>
            <a:lvl1pPr marL="0" marR="0" lvl="0"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1pPr>
            <a:lvl2pPr marL="0" marR="0" lvl="1"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2pPr>
            <a:lvl3pPr marL="0" marR="0" lvl="2"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3pPr>
            <a:lvl4pPr marL="0" marR="0" lvl="3"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4pPr>
            <a:lvl5pPr marL="0" marR="0" lvl="4"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5pPr>
            <a:lvl6pPr marL="0" marR="0" lvl="5"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6pPr>
            <a:lvl7pPr marL="0" marR="0" lvl="6"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7pPr>
            <a:lvl8pPr marL="0" marR="0" lvl="7"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8pPr>
            <a:lvl9pPr marL="0" marR="0" lvl="8"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2"/>
        <p:cNvGrpSpPr/>
        <p:nvPr/>
      </p:nvGrpSpPr>
      <p:grpSpPr>
        <a:xfrm>
          <a:off x="0" y="0"/>
          <a:ext cx="0" cy="0"/>
          <a:chOff x="0" y="0"/>
          <a:chExt cx="0" cy="0"/>
        </a:xfrm>
      </p:grpSpPr>
      <p:sp>
        <p:nvSpPr>
          <p:cNvPr id="83" name="Google Shape;83;p11"/>
          <p:cNvSpPr txBox="1">
            <a:spLocks noGrp="1"/>
          </p:cNvSpPr>
          <p:nvPr>
            <p:ph type="title"/>
          </p:nvPr>
        </p:nvSpPr>
        <p:spPr>
          <a:xfrm>
            <a:off x="844550" y="9713913"/>
            <a:ext cx="9088500" cy="3003600"/>
          </a:xfrm>
          <a:prstGeom prst="rect">
            <a:avLst/>
          </a:prstGeom>
          <a:noFill/>
          <a:ln>
            <a:noFill/>
          </a:ln>
        </p:spPr>
        <p:txBody>
          <a:bodyPr spcFirstLastPara="1" wrap="square" lIns="147425" tIns="73700" rIns="147425" bIns="73700" anchor="t" anchorCtr="0">
            <a:noAutofit/>
          </a:bodyPr>
          <a:lstStyle>
            <a:lvl1pPr lvl="0" algn="l" rtl="0">
              <a:spcBef>
                <a:spcPts val="0"/>
              </a:spcBef>
              <a:spcAft>
                <a:spcPts val="0"/>
              </a:spcAft>
              <a:buSzPts val="1400"/>
              <a:buNone/>
              <a:defRPr sz="4000" b="1" cap="none"/>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84" name="Google Shape;84;p11"/>
          <p:cNvSpPr txBox="1">
            <a:spLocks noGrp="1"/>
          </p:cNvSpPr>
          <p:nvPr>
            <p:ph type="body" idx="1"/>
          </p:nvPr>
        </p:nvSpPr>
        <p:spPr>
          <a:xfrm>
            <a:off x="844550" y="6407150"/>
            <a:ext cx="9088500" cy="3306900"/>
          </a:xfrm>
          <a:prstGeom prst="rect">
            <a:avLst/>
          </a:prstGeom>
          <a:noFill/>
          <a:ln>
            <a:noFill/>
          </a:ln>
        </p:spPr>
        <p:txBody>
          <a:bodyPr spcFirstLastPara="1" wrap="square" lIns="147425" tIns="73700" rIns="147425" bIns="73700" anchor="b" anchorCtr="0">
            <a:noAutofit/>
          </a:bodyPr>
          <a:lstStyle>
            <a:lvl1pPr marL="457200" lvl="0" indent="-228600" algn="l" rtl="0">
              <a:spcBef>
                <a:spcPts val="400"/>
              </a:spcBef>
              <a:spcAft>
                <a:spcPts val="0"/>
              </a:spcAft>
              <a:buClr>
                <a:schemeClr val="dk1"/>
              </a:buClr>
              <a:buSzPts val="2000"/>
              <a:buFont typeface="Times"/>
              <a:buNone/>
              <a:defRPr sz="2000"/>
            </a:lvl1pPr>
            <a:lvl2pPr marL="914400" lvl="1" indent="-228600" algn="l" rtl="0">
              <a:spcBef>
                <a:spcPts val="360"/>
              </a:spcBef>
              <a:spcAft>
                <a:spcPts val="0"/>
              </a:spcAft>
              <a:buClr>
                <a:schemeClr val="dk1"/>
              </a:buClr>
              <a:buSzPts val="1800"/>
              <a:buFont typeface="Times"/>
              <a:buNone/>
              <a:defRPr sz="1800"/>
            </a:lvl2pPr>
            <a:lvl3pPr marL="1371600" lvl="2" indent="-228600" algn="l" rtl="0">
              <a:spcBef>
                <a:spcPts val="320"/>
              </a:spcBef>
              <a:spcAft>
                <a:spcPts val="0"/>
              </a:spcAft>
              <a:buClr>
                <a:schemeClr val="dk1"/>
              </a:buClr>
              <a:buSzPts val="1600"/>
              <a:buFont typeface="Times"/>
              <a:buNone/>
              <a:defRPr sz="1600"/>
            </a:lvl3pPr>
            <a:lvl4pPr marL="1828800" lvl="3" indent="-228600" algn="l" rtl="0">
              <a:spcBef>
                <a:spcPts val="280"/>
              </a:spcBef>
              <a:spcAft>
                <a:spcPts val="0"/>
              </a:spcAft>
              <a:buClr>
                <a:schemeClr val="dk1"/>
              </a:buClr>
              <a:buSzPts val="1400"/>
              <a:buFont typeface="Times"/>
              <a:buNone/>
              <a:defRPr sz="1400"/>
            </a:lvl4pPr>
            <a:lvl5pPr marL="2286000" lvl="4" indent="-228600" algn="l" rtl="0">
              <a:spcBef>
                <a:spcPts val="280"/>
              </a:spcBef>
              <a:spcAft>
                <a:spcPts val="0"/>
              </a:spcAft>
              <a:buClr>
                <a:schemeClr val="dk1"/>
              </a:buClr>
              <a:buSzPts val="1400"/>
              <a:buFont typeface="Times"/>
              <a:buNone/>
              <a:defRPr sz="1400"/>
            </a:lvl5pPr>
            <a:lvl6pPr marL="2743200" lvl="5" indent="-228600" algn="l" rtl="0">
              <a:spcBef>
                <a:spcPts val="280"/>
              </a:spcBef>
              <a:spcAft>
                <a:spcPts val="0"/>
              </a:spcAft>
              <a:buClr>
                <a:schemeClr val="dk1"/>
              </a:buClr>
              <a:buSzPts val="1400"/>
              <a:buFont typeface="Times"/>
              <a:buNone/>
              <a:defRPr sz="1400"/>
            </a:lvl6pPr>
            <a:lvl7pPr marL="3200400" lvl="6" indent="-228600" algn="l" rtl="0">
              <a:spcBef>
                <a:spcPts val="280"/>
              </a:spcBef>
              <a:spcAft>
                <a:spcPts val="0"/>
              </a:spcAft>
              <a:buClr>
                <a:schemeClr val="dk1"/>
              </a:buClr>
              <a:buSzPts val="1400"/>
              <a:buFont typeface="Times"/>
              <a:buNone/>
              <a:defRPr sz="1400"/>
            </a:lvl7pPr>
            <a:lvl8pPr marL="3657600" lvl="7" indent="-228600" algn="l" rtl="0">
              <a:spcBef>
                <a:spcPts val="280"/>
              </a:spcBef>
              <a:spcAft>
                <a:spcPts val="0"/>
              </a:spcAft>
              <a:buClr>
                <a:schemeClr val="dk1"/>
              </a:buClr>
              <a:buSzPts val="1400"/>
              <a:buFont typeface="Times"/>
              <a:buNone/>
              <a:defRPr sz="1400"/>
            </a:lvl8pPr>
            <a:lvl9pPr marL="4114800" lvl="8" indent="-228600" algn="l" rtl="0">
              <a:spcBef>
                <a:spcPts val="280"/>
              </a:spcBef>
              <a:spcAft>
                <a:spcPts val="0"/>
              </a:spcAft>
              <a:buClr>
                <a:schemeClr val="dk1"/>
              </a:buClr>
              <a:buSzPts val="1400"/>
              <a:buFont typeface="Times"/>
              <a:buNone/>
              <a:defRPr sz="1400"/>
            </a:lvl9pPr>
          </a:lstStyle>
          <a:p>
            <a:endParaRPr/>
          </a:p>
        </p:txBody>
      </p:sp>
      <p:sp>
        <p:nvSpPr>
          <p:cNvPr id="85" name="Google Shape;85;p11"/>
          <p:cNvSpPr txBox="1">
            <a:spLocks noGrp="1"/>
          </p:cNvSpPr>
          <p:nvPr>
            <p:ph type="dt" idx="10"/>
          </p:nvPr>
        </p:nvSpPr>
        <p:spPr>
          <a:xfrm>
            <a:off x="801687" y="13771562"/>
            <a:ext cx="2229000" cy="1012800"/>
          </a:xfrm>
          <a:prstGeom prst="rect">
            <a:avLst/>
          </a:prstGeom>
          <a:noFill/>
          <a:ln>
            <a:noFill/>
          </a:ln>
        </p:spPr>
        <p:txBody>
          <a:bodyPr spcFirstLastPara="1" wrap="square" lIns="147425" tIns="73700" rIns="147425" bIns="73700" anchor="t"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86" name="Google Shape;86;p11"/>
          <p:cNvSpPr txBox="1">
            <a:spLocks noGrp="1"/>
          </p:cNvSpPr>
          <p:nvPr>
            <p:ph type="ftr" idx="11"/>
          </p:nvPr>
        </p:nvSpPr>
        <p:spPr>
          <a:xfrm>
            <a:off x="3651250" y="13771562"/>
            <a:ext cx="3389400" cy="1012800"/>
          </a:xfrm>
          <a:prstGeom prst="rect">
            <a:avLst/>
          </a:prstGeom>
          <a:noFill/>
          <a:ln>
            <a:noFill/>
          </a:ln>
        </p:spPr>
        <p:txBody>
          <a:bodyPr spcFirstLastPara="1" wrap="square" lIns="147425" tIns="73700" rIns="147425" bIns="73700" anchor="t"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87" name="Google Shape;87;p11"/>
          <p:cNvSpPr txBox="1">
            <a:spLocks noGrp="1"/>
          </p:cNvSpPr>
          <p:nvPr>
            <p:ph type="sldNum" idx="12"/>
          </p:nvPr>
        </p:nvSpPr>
        <p:spPr>
          <a:xfrm>
            <a:off x="7661275" y="13771562"/>
            <a:ext cx="2229000" cy="1012800"/>
          </a:xfrm>
          <a:prstGeom prst="rect">
            <a:avLst/>
          </a:prstGeom>
          <a:noFill/>
          <a:ln>
            <a:noFill/>
          </a:ln>
        </p:spPr>
        <p:txBody>
          <a:bodyPr spcFirstLastPara="1" wrap="square" lIns="147425" tIns="73700" rIns="147425" bIns="73700" anchor="t" anchorCtr="0">
            <a:noAutofit/>
          </a:bodyPr>
          <a:lstStyle>
            <a:lvl1pPr marL="0" marR="0" lvl="0"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1pPr>
            <a:lvl2pPr marL="0" marR="0" lvl="1"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2pPr>
            <a:lvl3pPr marL="0" marR="0" lvl="2"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3pPr>
            <a:lvl4pPr marL="0" marR="0" lvl="3"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4pPr>
            <a:lvl5pPr marL="0" marR="0" lvl="4"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5pPr>
            <a:lvl6pPr marL="0" marR="0" lvl="5"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6pPr>
            <a:lvl7pPr marL="0" marR="0" lvl="6"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7pPr>
            <a:lvl8pPr marL="0" marR="0" lvl="7"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8pPr>
            <a:lvl9pPr marL="0" marR="0" lvl="8"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88"/>
        <p:cNvGrpSpPr/>
        <p:nvPr/>
      </p:nvGrpSpPr>
      <p:grpSpPr>
        <a:xfrm>
          <a:off x="0" y="0"/>
          <a:ext cx="0" cy="0"/>
          <a:chOff x="0" y="0"/>
          <a:chExt cx="0" cy="0"/>
        </a:xfrm>
      </p:grpSpPr>
      <p:sp>
        <p:nvSpPr>
          <p:cNvPr id="89" name="Google Shape;89;p12"/>
          <p:cNvSpPr txBox="1">
            <a:spLocks noGrp="1"/>
          </p:cNvSpPr>
          <p:nvPr>
            <p:ph type="title"/>
          </p:nvPr>
        </p:nvSpPr>
        <p:spPr>
          <a:xfrm>
            <a:off x="801687" y="1346200"/>
            <a:ext cx="9088500" cy="2517900"/>
          </a:xfrm>
          <a:prstGeom prst="rect">
            <a:avLst/>
          </a:prstGeom>
          <a:noFill/>
          <a:ln>
            <a:noFill/>
          </a:ln>
        </p:spPr>
        <p:txBody>
          <a:bodyPr spcFirstLastPara="1" wrap="square" lIns="147425" tIns="73700" rIns="147425" bIns="73700" anchor="ctr" anchorCtr="0">
            <a:noAutofit/>
          </a:bodyPr>
          <a:lstStyle>
            <a:lvl1pPr lvl="0" algn="ctr" rtl="0">
              <a:spcBef>
                <a:spcPts val="0"/>
              </a:spcBef>
              <a:spcAft>
                <a:spcPts val="0"/>
              </a:spcAft>
              <a:buSzPts val="14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90" name="Google Shape;90;p12"/>
          <p:cNvSpPr txBox="1">
            <a:spLocks noGrp="1"/>
          </p:cNvSpPr>
          <p:nvPr>
            <p:ph type="body" idx="1"/>
          </p:nvPr>
        </p:nvSpPr>
        <p:spPr>
          <a:xfrm>
            <a:off x="798512" y="4343400"/>
            <a:ext cx="9088500" cy="9071100"/>
          </a:xfrm>
          <a:prstGeom prst="rect">
            <a:avLst/>
          </a:prstGeom>
          <a:noFill/>
          <a:ln>
            <a:noFill/>
          </a:ln>
        </p:spPr>
        <p:txBody>
          <a:bodyPr spcFirstLastPara="1" wrap="square" lIns="147425" tIns="73700" rIns="147425" bIns="73700" anchor="t" anchorCtr="0">
            <a:no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91" name="Google Shape;91;p12"/>
          <p:cNvSpPr txBox="1">
            <a:spLocks noGrp="1"/>
          </p:cNvSpPr>
          <p:nvPr>
            <p:ph type="dt" idx="10"/>
          </p:nvPr>
        </p:nvSpPr>
        <p:spPr>
          <a:xfrm>
            <a:off x="801687" y="13771562"/>
            <a:ext cx="2229000" cy="1012800"/>
          </a:xfrm>
          <a:prstGeom prst="rect">
            <a:avLst/>
          </a:prstGeom>
          <a:noFill/>
          <a:ln>
            <a:noFill/>
          </a:ln>
        </p:spPr>
        <p:txBody>
          <a:bodyPr spcFirstLastPara="1" wrap="square" lIns="147425" tIns="73700" rIns="147425" bIns="73700" anchor="t"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92" name="Google Shape;92;p12"/>
          <p:cNvSpPr txBox="1">
            <a:spLocks noGrp="1"/>
          </p:cNvSpPr>
          <p:nvPr>
            <p:ph type="ftr" idx="11"/>
          </p:nvPr>
        </p:nvSpPr>
        <p:spPr>
          <a:xfrm>
            <a:off x="3651250" y="13771562"/>
            <a:ext cx="3389400" cy="1012800"/>
          </a:xfrm>
          <a:prstGeom prst="rect">
            <a:avLst/>
          </a:prstGeom>
          <a:noFill/>
          <a:ln>
            <a:noFill/>
          </a:ln>
        </p:spPr>
        <p:txBody>
          <a:bodyPr spcFirstLastPara="1" wrap="square" lIns="147425" tIns="73700" rIns="147425" bIns="73700" anchor="t"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93" name="Google Shape;93;p12"/>
          <p:cNvSpPr txBox="1">
            <a:spLocks noGrp="1"/>
          </p:cNvSpPr>
          <p:nvPr>
            <p:ph type="sldNum" idx="12"/>
          </p:nvPr>
        </p:nvSpPr>
        <p:spPr>
          <a:xfrm>
            <a:off x="7661275" y="13771562"/>
            <a:ext cx="2229000" cy="1012800"/>
          </a:xfrm>
          <a:prstGeom prst="rect">
            <a:avLst/>
          </a:prstGeom>
          <a:noFill/>
          <a:ln>
            <a:noFill/>
          </a:ln>
        </p:spPr>
        <p:txBody>
          <a:bodyPr spcFirstLastPara="1" wrap="square" lIns="147425" tIns="73700" rIns="147425" bIns="73700" anchor="t" anchorCtr="0">
            <a:noAutofit/>
          </a:bodyPr>
          <a:lstStyle>
            <a:lvl1pPr marL="0" marR="0" lvl="0"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1pPr>
            <a:lvl2pPr marL="0" marR="0" lvl="1"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2pPr>
            <a:lvl3pPr marL="0" marR="0" lvl="2"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3pPr>
            <a:lvl4pPr marL="0" marR="0" lvl="3"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4pPr>
            <a:lvl5pPr marL="0" marR="0" lvl="4"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5pPr>
            <a:lvl6pPr marL="0" marR="0" lvl="5"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6pPr>
            <a:lvl7pPr marL="0" marR="0" lvl="6"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7pPr>
            <a:lvl8pPr marL="0" marR="0" lvl="7"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8pPr>
            <a:lvl9pPr marL="0" marR="0" lvl="8"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p:nvPr/>
        </p:nvSpPr>
        <p:spPr>
          <a:xfrm>
            <a:off x="360362" y="4019550"/>
            <a:ext cx="9967800" cy="10077600"/>
          </a:xfrm>
          <a:prstGeom prst="rect">
            <a:avLst/>
          </a:prstGeom>
          <a:solidFill>
            <a:srgbClr val="EAEAEA"/>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grpSp>
        <p:nvGrpSpPr>
          <p:cNvPr id="11" name="Google Shape;11;p1"/>
          <p:cNvGrpSpPr/>
          <p:nvPr/>
        </p:nvGrpSpPr>
        <p:grpSpPr>
          <a:xfrm>
            <a:off x="358775" y="368300"/>
            <a:ext cx="10072687" cy="1979791"/>
            <a:chOff x="226" y="232"/>
            <a:chExt cx="6345" cy="1247"/>
          </a:xfrm>
        </p:grpSpPr>
        <p:sp>
          <p:nvSpPr>
            <p:cNvPr id="12" name="Google Shape;12;p1"/>
            <p:cNvSpPr txBox="1"/>
            <p:nvPr/>
          </p:nvSpPr>
          <p:spPr>
            <a:xfrm>
              <a:off x="271" y="273"/>
              <a:ext cx="6300" cy="1200"/>
            </a:xfrm>
            <a:prstGeom prst="rect">
              <a:avLst/>
            </a:pr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pic>
          <p:nvPicPr>
            <p:cNvPr id="13" name="Google Shape;13;p1"/>
            <p:cNvPicPr preferRelativeResize="0"/>
            <p:nvPr/>
          </p:nvPicPr>
          <p:blipFill rotWithShape="1">
            <a:blip r:embed="rId13">
              <a:alphaModFix/>
            </a:blip>
            <a:srcRect/>
            <a:stretch/>
          </p:blipFill>
          <p:spPr>
            <a:xfrm>
              <a:off x="226" y="232"/>
              <a:ext cx="6280" cy="1247"/>
            </a:xfrm>
            <a:prstGeom prst="rect">
              <a:avLst/>
            </a:prstGeom>
            <a:noFill/>
            <a:ln>
              <a:noFill/>
            </a:ln>
          </p:spPr>
        </p:pic>
      </p:grpSp>
      <p:sp>
        <p:nvSpPr>
          <p:cNvPr id="14" name="Google Shape;14;p1"/>
          <p:cNvSpPr txBox="1"/>
          <p:nvPr/>
        </p:nvSpPr>
        <p:spPr>
          <a:xfrm>
            <a:off x="360362" y="14243050"/>
            <a:ext cx="9967800" cy="539700"/>
          </a:xfrm>
          <a:prstGeom prst="rect">
            <a:avLst/>
          </a:prstGeom>
          <a:solidFill>
            <a:srgbClr val="2EAEC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pic>
        <p:nvPicPr>
          <p:cNvPr id="15" name="Google Shape;15;p1"/>
          <p:cNvPicPr preferRelativeResize="0"/>
          <p:nvPr/>
        </p:nvPicPr>
        <p:blipFill rotWithShape="1">
          <a:blip r:embed="rId14">
            <a:alphaModFix/>
          </a:blip>
          <a:srcRect/>
          <a:stretch/>
        </p:blipFill>
        <p:spPr>
          <a:xfrm>
            <a:off x="657225" y="14355762"/>
            <a:ext cx="525462" cy="347661"/>
          </a:xfrm>
          <a:prstGeom prst="rect">
            <a:avLst/>
          </a:prstGeom>
          <a:noFill/>
          <a:ln>
            <a:noFill/>
          </a:ln>
        </p:spPr>
      </p:pic>
      <p:sp>
        <p:nvSpPr>
          <p:cNvPr id="16" name="Google Shape;16;p1"/>
          <p:cNvSpPr/>
          <p:nvPr/>
        </p:nvSpPr>
        <p:spPr>
          <a:xfrm>
            <a:off x="5629275" y="2936875"/>
            <a:ext cx="4408500" cy="1979700"/>
          </a:xfrm>
          <a:prstGeom prst="roundRect">
            <a:avLst>
              <a:gd name="adj" fmla="val 16667"/>
            </a:avLst>
          </a:prstGeom>
          <a:solidFill>
            <a:srgbClr val="D1F3F3"/>
          </a:solidFill>
          <a:ln w="19050" cap="flat" cmpd="sng">
            <a:solidFill>
              <a:srgbClr val="0073A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17" name="Google Shape;17;p1"/>
          <p:cNvSpPr/>
          <p:nvPr/>
        </p:nvSpPr>
        <p:spPr>
          <a:xfrm>
            <a:off x="6932612" y="2651125"/>
            <a:ext cx="1800300" cy="431700"/>
          </a:xfrm>
          <a:prstGeom prst="ellipse">
            <a:avLst/>
          </a:prstGeom>
          <a:solidFill>
            <a:schemeClr val="lt1"/>
          </a:solidFill>
          <a:ln w="19050" cap="flat" cmpd="sng">
            <a:solidFill>
              <a:srgbClr val="0073A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18" name="Google Shape;18;p1"/>
          <p:cNvSpPr/>
          <p:nvPr/>
        </p:nvSpPr>
        <p:spPr>
          <a:xfrm>
            <a:off x="657225" y="2936875"/>
            <a:ext cx="4408500" cy="1979700"/>
          </a:xfrm>
          <a:prstGeom prst="roundRect">
            <a:avLst>
              <a:gd name="adj" fmla="val 16667"/>
            </a:avLst>
          </a:prstGeom>
          <a:solidFill>
            <a:srgbClr val="D1F3F3"/>
          </a:solidFill>
          <a:ln w="19050" cap="flat" cmpd="sng">
            <a:solidFill>
              <a:srgbClr val="0073A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19" name="Google Shape;19;p1"/>
          <p:cNvSpPr/>
          <p:nvPr/>
        </p:nvSpPr>
        <p:spPr>
          <a:xfrm>
            <a:off x="1960562" y="2651125"/>
            <a:ext cx="1800300" cy="431700"/>
          </a:xfrm>
          <a:prstGeom prst="ellipse">
            <a:avLst/>
          </a:prstGeom>
          <a:solidFill>
            <a:schemeClr val="lt1"/>
          </a:solidFill>
          <a:ln w="19050" cap="flat" cmpd="sng">
            <a:solidFill>
              <a:srgbClr val="0073A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0" name="Google Shape;20;p1"/>
          <p:cNvSpPr txBox="1">
            <a:spLocks noGrp="1"/>
          </p:cNvSpPr>
          <p:nvPr>
            <p:ph type="title"/>
          </p:nvPr>
        </p:nvSpPr>
        <p:spPr>
          <a:xfrm>
            <a:off x="801687" y="1346200"/>
            <a:ext cx="9088500" cy="2517900"/>
          </a:xfrm>
          <a:prstGeom prst="rect">
            <a:avLst/>
          </a:prstGeom>
          <a:noFill/>
          <a:ln>
            <a:noFill/>
          </a:ln>
        </p:spPr>
        <p:txBody>
          <a:bodyPr spcFirstLastPara="1" wrap="square" lIns="147425" tIns="73700" rIns="147425" bIns="73700" anchor="ctr" anchorCtr="0">
            <a:noAutofit/>
          </a:bodyPr>
          <a:lstStyle>
            <a:lvl1pPr marR="0" lvl="0" algn="ctr" rtl="0">
              <a:spcBef>
                <a:spcPts val="0"/>
              </a:spcBef>
              <a:spcAft>
                <a:spcPts val="0"/>
              </a:spcAft>
              <a:buSzPts val="1400"/>
              <a:buNone/>
              <a:defRPr sz="7100" b="0" i="0" u="none" strike="noStrike" cap="none">
                <a:solidFill>
                  <a:schemeClr val="dk2"/>
                </a:solidFill>
                <a:latin typeface="Times"/>
                <a:ea typeface="Times"/>
                <a:cs typeface="Times"/>
                <a:sym typeface="Times"/>
              </a:defRPr>
            </a:lvl1pPr>
            <a:lvl2pPr marR="0" lvl="1" algn="ctr" rtl="0">
              <a:spcBef>
                <a:spcPts val="0"/>
              </a:spcBef>
              <a:spcAft>
                <a:spcPts val="0"/>
              </a:spcAft>
              <a:buSzPts val="1400"/>
              <a:buNone/>
              <a:defRPr sz="7100" b="0" i="0" u="none" strike="noStrike" cap="none">
                <a:solidFill>
                  <a:schemeClr val="dk2"/>
                </a:solidFill>
                <a:latin typeface="Times"/>
                <a:ea typeface="Times"/>
                <a:cs typeface="Times"/>
                <a:sym typeface="Times"/>
              </a:defRPr>
            </a:lvl2pPr>
            <a:lvl3pPr marR="0" lvl="2" algn="ctr" rtl="0">
              <a:spcBef>
                <a:spcPts val="0"/>
              </a:spcBef>
              <a:spcAft>
                <a:spcPts val="0"/>
              </a:spcAft>
              <a:buSzPts val="1400"/>
              <a:buNone/>
              <a:defRPr sz="7100" b="0" i="0" u="none" strike="noStrike" cap="none">
                <a:solidFill>
                  <a:schemeClr val="dk2"/>
                </a:solidFill>
                <a:latin typeface="Times"/>
                <a:ea typeface="Times"/>
                <a:cs typeface="Times"/>
                <a:sym typeface="Times"/>
              </a:defRPr>
            </a:lvl3pPr>
            <a:lvl4pPr marR="0" lvl="3" algn="ctr" rtl="0">
              <a:spcBef>
                <a:spcPts val="0"/>
              </a:spcBef>
              <a:spcAft>
                <a:spcPts val="0"/>
              </a:spcAft>
              <a:buSzPts val="1400"/>
              <a:buNone/>
              <a:defRPr sz="7100" b="0" i="0" u="none" strike="noStrike" cap="none">
                <a:solidFill>
                  <a:schemeClr val="dk2"/>
                </a:solidFill>
                <a:latin typeface="Times"/>
                <a:ea typeface="Times"/>
                <a:cs typeface="Times"/>
                <a:sym typeface="Times"/>
              </a:defRPr>
            </a:lvl4pPr>
            <a:lvl5pPr marR="0" lvl="4" algn="ctr" rtl="0">
              <a:spcBef>
                <a:spcPts val="0"/>
              </a:spcBef>
              <a:spcAft>
                <a:spcPts val="0"/>
              </a:spcAft>
              <a:buSzPts val="1400"/>
              <a:buNone/>
              <a:defRPr sz="7100" b="0" i="0" u="none" strike="noStrike" cap="none">
                <a:solidFill>
                  <a:schemeClr val="dk2"/>
                </a:solidFill>
                <a:latin typeface="Times"/>
                <a:ea typeface="Times"/>
                <a:cs typeface="Times"/>
                <a:sym typeface="Times"/>
              </a:defRPr>
            </a:lvl5pPr>
            <a:lvl6pPr marR="0" lvl="5" algn="ctr" rtl="0">
              <a:spcBef>
                <a:spcPts val="0"/>
              </a:spcBef>
              <a:spcAft>
                <a:spcPts val="0"/>
              </a:spcAft>
              <a:buSzPts val="1400"/>
              <a:buNone/>
              <a:defRPr sz="7100" b="0" i="0" u="none" strike="noStrike" cap="none">
                <a:solidFill>
                  <a:schemeClr val="dk2"/>
                </a:solidFill>
                <a:latin typeface="Times"/>
                <a:ea typeface="Times"/>
                <a:cs typeface="Times"/>
                <a:sym typeface="Times"/>
              </a:defRPr>
            </a:lvl6pPr>
            <a:lvl7pPr marR="0" lvl="6" algn="ctr" rtl="0">
              <a:spcBef>
                <a:spcPts val="0"/>
              </a:spcBef>
              <a:spcAft>
                <a:spcPts val="0"/>
              </a:spcAft>
              <a:buSzPts val="1400"/>
              <a:buNone/>
              <a:defRPr sz="7100" b="0" i="0" u="none" strike="noStrike" cap="none">
                <a:solidFill>
                  <a:schemeClr val="dk2"/>
                </a:solidFill>
                <a:latin typeface="Times"/>
                <a:ea typeface="Times"/>
                <a:cs typeface="Times"/>
                <a:sym typeface="Times"/>
              </a:defRPr>
            </a:lvl7pPr>
            <a:lvl8pPr marR="0" lvl="7" algn="ctr" rtl="0">
              <a:spcBef>
                <a:spcPts val="0"/>
              </a:spcBef>
              <a:spcAft>
                <a:spcPts val="0"/>
              </a:spcAft>
              <a:buSzPts val="1400"/>
              <a:buNone/>
              <a:defRPr sz="7100" b="0" i="0" u="none" strike="noStrike" cap="none">
                <a:solidFill>
                  <a:schemeClr val="dk2"/>
                </a:solidFill>
                <a:latin typeface="Times"/>
                <a:ea typeface="Times"/>
                <a:cs typeface="Times"/>
                <a:sym typeface="Times"/>
              </a:defRPr>
            </a:lvl8pPr>
            <a:lvl9pPr marR="0" lvl="8" algn="ctr" rtl="0">
              <a:spcBef>
                <a:spcPts val="0"/>
              </a:spcBef>
              <a:spcAft>
                <a:spcPts val="0"/>
              </a:spcAft>
              <a:buSzPts val="1400"/>
              <a:buNone/>
              <a:defRPr sz="7100" b="0" i="0" u="none" strike="noStrike" cap="none">
                <a:solidFill>
                  <a:schemeClr val="dk2"/>
                </a:solidFill>
                <a:latin typeface="Times"/>
                <a:ea typeface="Times"/>
                <a:cs typeface="Times"/>
                <a:sym typeface="Times"/>
              </a:defRPr>
            </a:lvl9pPr>
          </a:lstStyle>
          <a:p>
            <a:endParaRPr/>
          </a:p>
        </p:txBody>
      </p:sp>
      <p:sp>
        <p:nvSpPr>
          <p:cNvPr id="21" name="Google Shape;21;p1"/>
          <p:cNvSpPr txBox="1">
            <a:spLocks noGrp="1"/>
          </p:cNvSpPr>
          <p:nvPr>
            <p:ph type="body" idx="1"/>
          </p:nvPr>
        </p:nvSpPr>
        <p:spPr>
          <a:xfrm>
            <a:off x="798512" y="4343400"/>
            <a:ext cx="9088500" cy="9071100"/>
          </a:xfrm>
          <a:prstGeom prst="rect">
            <a:avLst/>
          </a:prstGeom>
          <a:noFill/>
          <a:ln>
            <a:noFill/>
          </a:ln>
        </p:spPr>
        <p:txBody>
          <a:bodyPr spcFirstLastPara="1" wrap="square" lIns="147425" tIns="73700" rIns="147425" bIns="73700" anchor="t" anchorCtr="0">
            <a:noAutofit/>
          </a:bodyPr>
          <a:lstStyle>
            <a:lvl1pPr marL="457200" marR="0" lvl="0" indent="-558800" algn="l" rtl="0">
              <a:spcBef>
                <a:spcPts val="1040"/>
              </a:spcBef>
              <a:spcAft>
                <a:spcPts val="0"/>
              </a:spcAft>
              <a:buClr>
                <a:schemeClr val="dk1"/>
              </a:buClr>
              <a:buSzPts val="5200"/>
              <a:buFont typeface="Times"/>
              <a:buChar char="•"/>
              <a:defRPr sz="5200" b="0" i="0" u="none" strike="noStrike" cap="none">
                <a:solidFill>
                  <a:schemeClr val="dk1"/>
                </a:solidFill>
                <a:latin typeface="Times"/>
                <a:ea typeface="Times"/>
                <a:cs typeface="Times"/>
                <a:sym typeface="Times"/>
              </a:defRPr>
            </a:lvl1pPr>
            <a:lvl2pPr marL="914400" marR="0" lvl="1" indent="-514350" algn="l" rtl="0">
              <a:spcBef>
                <a:spcPts val="900"/>
              </a:spcBef>
              <a:spcAft>
                <a:spcPts val="0"/>
              </a:spcAft>
              <a:buClr>
                <a:schemeClr val="dk1"/>
              </a:buClr>
              <a:buSzPts val="4500"/>
              <a:buFont typeface="Times"/>
              <a:buChar char="–"/>
              <a:defRPr sz="4500" b="0" i="0" u="none" strike="noStrike" cap="none">
                <a:solidFill>
                  <a:schemeClr val="dk1"/>
                </a:solidFill>
                <a:latin typeface="Times"/>
                <a:ea typeface="Times"/>
                <a:cs typeface="Times"/>
                <a:sym typeface="Times"/>
              </a:defRPr>
            </a:lvl2pPr>
            <a:lvl3pPr marL="1371600" marR="0" lvl="2" indent="-476250" algn="l" rtl="0">
              <a:spcBef>
                <a:spcPts val="780"/>
              </a:spcBef>
              <a:spcAft>
                <a:spcPts val="0"/>
              </a:spcAft>
              <a:buClr>
                <a:schemeClr val="dk1"/>
              </a:buClr>
              <a:buSzPts val="3900"/>
              <a:buFont typeface="Times"/>
              <a:buChar char="•"/>
              <a:defRPr sz="3900" b="0" i="0" u="none" strike="noStrike" cap="none">
                <a:solidFill>
                  <a:schemeClr val="dk1"/>
                </a:solidFill>
                <a:latin typeface="Times"/>
                <a:ea typeface="Times"/>
                <a:cs typeface="Times"/>
                <a:sym typeface="Times"/>
              </a:defRPr>
            </a:lvl3pPr>
            <a:lvl4pPr marL="1828800" marR="0" lvl="3" indent="-431800" algn="l" rtl="0">
              <a:spcBef>
                <a:spcPts val="640"/>
              </a:spcBef>
              <a:spcAft>
                <a:spcPts val="0"/>
              </a:spcAft>
              <a:buClr>
                <a:schemeClr val="dk1"/>
              </a:buClr>
              <a:buSzPts val="3200"/>
              <a:buFont typeface="Times"/>
              <a:buChar char="–"/>
              <a:defRPr sz="3200" b="0" i="0" u="none" strike="noStrike" cap="none">
                <a:solidFill>
                  <a:schemeClr val="dk1"/>
                </a:solidFill>
                <a:latin typeface="Times"/>
                <a:ea typeface="Times"/>
                <a:cs typeface="Times"/>
                <a:sym typeface="Times"/>
              </a:defRPr>
            </a:lvl4pPr>
            <a:lvl5pPr marL="2286000" marR="0" lvl="4" indent="-431800" algn="l" rtl="0">
              <a:spcBef>
                <a:spcPts val="640"/>
              </a:spcBef>
              <a:spcAft>
                <a:spcPts val="0"/>
              </a:spcAft>
              <a:buClr>
                <a:schemeClr val="dk1"/>
              </a:buClr>
              <a:buSzPts val="3200"/>
              <a:buFont typeface="Times"/>
              <a:buChar char="»"/>
              <a:defRPr sz="3200" b="0" i="0" u="none" strike="noStrike" cap="none">
                <a:solidFill>
                  <a:schemeClr val="dk1"/>
                </a:solidFill>
                <a:latin typeface="Times"/>
                <a:ea typeface="Times"/>
                <a:cs typeface="Times"/>
                <a:sym typeface="Times"/>
              </a:defRPr>
            </a:lvl5pPr>
            <a:lvl6pPr marL="2743200" marR="0" lvl="5" indent="-431800" algn="l" rtl="0">
              <a:spcBef>
                <a:spcPts val="640"/>
              </a:spcBef>
              <a:spcAft>
                <a:spcPts val="0"/>
              </a:spcAft>
              <a:buClr>
                <a:schemeClr val="dk1"/>
              </a:buClr>
              <a:buSzPts val="3200"/>
              <a:buFont typeface="Times"/>
              <a:buChar char="»"/>
              <a:defRPr sz="3200" b="0" i="0" u="none" strike="noStrike" cap="none">
                <a:solidFill>
                  <a:schemeClr val="dk1"/>
                </a:solidFill>
                <a:latin typeface="Times"/>
                <a:ea typeface="Times"/>
                <a:cs typeface="Times"/>
                <a:sym typeface="Times"/>
              </a:defRPr>
            </a:lvl6pPr>
            <a:lvl7pPr marL="3200400" marR="0" lvl="6" indent="-431800" algn="l" rtl="0">
              <a:spcBef>
                <a:spcPts val="640"/>
              </a:spcBef>
              <a:spcAft>
                <a:spcPts val="0"/>
              </a:spcAft>
              <a:buClr>
                <a:schemeClr val="dk1"/>
              </a:buClr>
              <a:buSzPts val="3200"/>
              <a:buFont typeface="Times"/>
              <a:buChar char="»"/>
              <a:defRPr sz="3200" b="0" i="0" u="none" strike="noStrike" cap="none">
                <a:solidFill>
                  <a:schemeClr val="dk1"/>
                </a:solidFill>
                <a:latin typeface="Times"/>
                <a:ea typeface="Times"/>
                <a:cs typeface="Times"/>
                <a:sym typeface="Times"/>
              </a:defRPr>
            </a:lvl7pPr>
            <a:lvl8pPr marL="3657600" marR="0" lvl="7" indent="-431800" algn="l" rtl="0">
              <a:spcBef>
                <a:spcPts val="640"/>
              </a:spcBef>
              <a:spcAft>
                <a:spcPts val="0"/>
              </a:spcAft>
              <a:buClr>
                <a:schemeClr val="dk1"/>
              </a:buClr>
              <a:buSzPts val="3200"/>
              <a:buFont typeface="Times"/>
              <a:buChar char="»"/>
              <a:defRPr sz="3200" b="0" i="0" u="none" strike="noStrike" cap="none">
                <a:solidFill>
                  <a:schemeClr val="dk1"/>
                </a:solidFill>
                <a:latin typeface="Times"/>
                <a:ea typeface="Times"/>
                <a:cs typeface="Times"/>
                <a:sym typeface="Times"/>
              </a:defRPr>
            </a:lvl8pPr>
            <a:lvl9pPr marL="4114800" marR="0" lvl="8" indent="-431800" algn="l" rtl="0">
              <a:spcBef>
                <a:spcPts val="640"/>
              </a:spcBef>
              <a:spcAft>
                <a:spcPts val="0"/>
              </a:spcAft>
              <a:buClr>
                <a:schemeClr val="dk1"/>
              </a:buClr>
              <a:buSzPts val="3200"/>
              <a:buFont typeface="Times"/>
              <a:buChar char="»"/>
              <a:defRPr sz="3200" b="0" i="0" u="none" strike="noStrike" cap="none">
                <a:solidFill>
                  <a:schemeClr val="dk1"/>
                </a:solidFill>
                <a:latin typeface="Times"/>
                <a:ea typeface="Times"/>
                <a:cs typeface="Times"/>
                <a:sym typeface="Times"/>
              </a:defRPr>
            </a:lvl9pPr>
          </a:lstStyle>
          <a:p>
            <a:endParaRPr/>
          </a:p>
        </p:txBody>
      </p:sp>
      <p:sp>
        <p:nvSpPr>
          <p:cNvPr id="22" name="Google Shape;22;p1"/>
          <p:cNvSpPr txBox="1">
            <a:spLocks noGrp="1"/>
          </p:cNvSpPr>
          <p:nvPr>
            <p:ph type="dt" idx="10"/>
          </p:nvPr>
        </p:nvSpPr>
        <p:spPr>
          <a:xfrm>
            <a:off x="801687" y="13771562"/>
            <a:ext cx="2229000" cy="1012800"/>
          </a:xfrm>
          <a:prstGeom prst="rect">
            <a:avLst/>
          </a:prstGeom>
          <a:noFill/>
          <a:ln>
            <a:noFill/>
          </a:ln>
        </p:spPr>
        <p:txBody>
          <a:bodyPr spcFirstLastPara="1" wrap="square" lIns="147425" tIns="73700" rIns="147425" bIns="73700" anchor="t" anchorCtr="0">
            <a:noAutofit/>
          </a:bodyPr>
          <a:lstStyle>
            <a:lvl1pPr marR="0" lvl="0" algn="l" rtl="0">
              <a:lnSpc>
                <a:spcPct val="100000"/>
              </a:lnSpc>
              <a:spcBef>
                <a:spcPts val="0"/>
              </a:spcBef>
              <a:spcAft>
                <a:spcPts val="0"/>
              </a:spcAft>
              <a:buSzPts val="1400"/>
              <a:buNone/>
              <a:defRPr sz="2400" b="0" i="0" u="none">
                <a:solidFill>
                  <a:schemeClr val="dk1"/>
                </a:solidFill>
                <a:latin typeface="Times"/>
                <a:ea typeface="Times"/>
                <a:cs typeface="Times"/>
                <a:sym typeface="Times"/>
              </a:defRPr>
            </a:lvl1pPr>
            <a:lvl2pPr marR="0" lvl="1" algn="l" rtl="0">
              <a:lnSpc>
                <a:spcPct val="100000"/>
              </a:lnSpc>
              <a:spcBef>
                <a:spcPts val="0"/>
              </a:spcBef>
              <a:spcAft>
                <a:spcPts val="0"/>
              </a:spcAft>
              <a:buSzPts val="1400"/>
              <a:buNone/>
              <a:defRPr sz="2400" b="0" i="0" u="none" strike="noStrike" cap="none">
                <a:solidFill>
                  <a:schemeClr val="dk1"/>
                </a:solidFill>
                <a:latin typeface="Times"/>
                <a:ea typeface="Times"/>
                <a:cs typeface="Times"/>
                <a:sym typeface="Times"/>
              </a:defRPr>
            </a:lvl2pPr>
            <a:lvl3pPr marR="0" lvl="2" algn="l" rtl="0">
              <a:lnSpc>
                <a:spcPct val="100000"/>
              </a:lnSpc>
              <a:spcBef>
                <a:spcPts val="0"/>
              </a:spcBef>
              <a:spcAft>
                <a:spcPts val="0"/>
              </a:spcAft>
              <a:buSzPts val="1400"/>
              <a:buNone/>
              <a:defRPr sz="2400" b="0" i="0" u="none" strike="noStrike" cap="none">
                <a:solidFill>
                  <a:schemeClr val="dk1"/>
                </a:solidFill>
                <a:latin typeface="Times"/>
                <a:ea typeface="Times"/>
                <a:cs typeface="Times"/>
                <a:sym typeface="Times"/>
              </a:defRPr>
            </a:lvl3pPr>
            <a:lvl4pPr marR="0" lvl="3" algn="l" rtl="0">
              <a:lnSpc>
                <a:spcPct val="100000"/>
              </a:lnSpc>
              <a:spcBef>
                <a:spcPts val="0"/>
              </a:spcBef>
              <a:spcAft>
                <a:spcPts val="0"/>
              </a:spcAft>
              <a:buSzPts val="1400"/>
              <a:buNone/>
              <a:defRPr sz="2400" b="0" i="0" u="none" strike="noStrike" cap="none">
                <a:solidFill>
                  <a:schemeClr val="dk1"/>
                </a:solidFill>
                <a:latin typeface="Times"/>
                <a:ea typeface="Times"/>
                <a:cs typeface="Times"/>
                <a:sym typeface="Times"/>
              </a:defRPr>
            </a:lvl4pPr>
            <a:lvl5pPr marR="0" lvl="4" algn="l" rtl="0">
              <a:lnSpc>
                <a:spcPct val="100000"/>
              </a:lnSpc>
              <a:spcBef>
                <a:spcPts val="0"/>
              </a:spcBef>
              <a:spcAft>
                <a:spcPts val="0"/>
              </a:spcAft>
              <a:buSzPts val="1400"/>
              <a:buNone/>
              <a:defRPr sz="2400" b="0" i="0" u="none" strike="noStrike" cap="none">
                <a:solidFill>
                  <a:schemeClr val="dk1"/>
                </a:solidFill>
                <a:latin typeface="Times"/>
                <a:ea typeface="Times"/>
                <a:cs typeface="Times"/>
                <a:sym typeface="Times"/>
              </a:defRPr>
            </a:lvl5pPr>
            <a:lvl6pPr marR="0" lvl="5" algn="l" rtl="0">
              <a:lnSpc>
                <a:spcPct val="100000"/>
              </a:lnSpc>
              <a:spcBef>
                <a:spcPts val="0"/>
              </a:spcBef>
              <a:spcAft>
                <a:spcPts val="0"/>
              </a:spcAft>
              <a:buSzPts val="1400"/>
              <a:buNone/>
              <a:defRPr sz="2400" b="0" i="0" u="none" strike="noStrike" cap="none">
                <a:solidFill>
                  <a:schemeClr val="dk1"/>
                </a:solidFill>
                <a:latin typeface="Times"/>
                <a:ea typeface="Times"/>
                <a:cs typeface="Times"/>
                <a:sym typeface="Times"/>
              </a:defRPr>
            </a:lvl6pPr>
            <a:lvl7pPr marR="0" lvl="6" algn="l" rtl="0">
              <a:lnSpc>
                <a:spcPct val="100000"/>
              </a:lnSpc>
              <a:spcBef>
                <a:spcPts val="0"/>
              </a:spcBef>
              <a:spcAft>
                <a:spcPts val="0"/>
              </a:spcAft>
              <a:buSzPts val="1400"/>
              <a:buNone/>
              <a:defRPr sz="2400" b="0" i="0" u="none" strike="noStrike" cap="none">
                <a:solidFill>
                  <a:schemeClr val="dk1"/>
                </a:solidFill>
                <a:latin typeface="Times"/>
                <a:ea typeface="Times"/>
                <a:cs typeface="Times"/>
                <a:sym typeface="Times"/>
              </a:defRPr>
            </a:lvl7pPr>
            <a:lvl8pPr marR="0" lvl="7" algn="l" rtl="0">
              <a:lnSpc>
                <a:spcPct val="100000"/>
              </a:lnSpc>
              <a:spcBef>
                <a:spcPts val="0"/>
              </a:spcBef>
              <a:spcAft>
                <a:spcPts val="0"/>
              </a:spcAft>
              <a:buSzPts val="1400"/>
              <a:buNone/>
              <a:defRPr sz="2400" b="0" i="0" u="none" strike="noStrike" cap="none">
                <a:solidFill>
                  <a:schemeClr val="dk1"/>
                </a:solidFill>
                <a:latin typeface="Times"/>
                <a:ea typeface="Times"/>
                <a:cs typeface="Times"/>
                <a:sym typeface="Times"/>
              </a:defRPr>
            </a:lvl8pPr>
            <a:lvl9pPr marR="0" lvl="8" algn="l" rtl="0">
              <a:lnSpc>
                <a:spcPct val="100000"/>
              </a:lnSpc>
              <a:spcBef>
                <a:spcPts val="0"/>
              </a:spcBef>
              <a:spcAft>
                <a:spcPts val="0"/>
              </a:spcAft>
              <a:buSzPts val="1400"/>
              <a:buNone/>
              <a:defRPr sz="2400" b="0" i="0" u="none" strike="noStrike" cap="none">
                <a:solidFill>
                  <a:schemeClr val="dk1"/>
                </a:solidFill>
                <a:latin typeface="Times"/>
                <a:ea typeface="Times"/>
                <a:cs typeface="Times"/>
                <a:sym typeface="Times"/>
              </a:defRPr>
            </a:lvl9pPr>
          </a:lstStyle>
          <a:p>
            <a:endParaRPr/>
          </a:p>
        </p:txBody>
      </p:sp>
      <p:sp>
        <p:nvSpPr>
          <p:cNvPr id="23" name="Google Shape;23;p1"/>
          <p:cNvSpPr txBox="1">
            <a:spLocks noGrp="1"/>
          </p:cNvSpPr>
          <p:nvPr>
            <p:ph type="ftr" idx="11"/>
          </p:nvPr>
        </p:nvSpPr>
        <p:spPr>
          <a:xfrm>
            <a:off x="3651250" y="13771562"/>
            <a:ext cx="3389400" cy="1012800"/>
          </a:xfrm>
          <a:prstGeom prst="rect">
            <a:avLst/>
          </a:prstGeom>
          <a:noFill/>
          <a:ln>
            <a:noFill/>
          </a:ln>
        </p:spPr>
        <p:txBody>
          <a:bodyPr spcFirstLastPara="1" wrap="square" lIns="147425" tIns="73700" rIns="147425" bIns="73700" anchor="t" anchorCtr="0">
            <a:noAutofit/>
          </a:bodyPr>
          <a:lstStyle>
            <a:lvl1pPr marR="0" lvl="0" algn="l" rtl="0">
              <a:lnSpc>
                <a:spcPct val="100000"/>
              </a:lnSpc>
              <a:spcBef>
                <a:spcPts val="0"/>
              </a:spcBef>
              <a:spcAft>
                <a:spcPts val="0"/>
              </a:spcAft>
              <a:buSzPts val="1400"/>
              <a:buNone/>
              <a:defRPr sz="2400" b="0" i="0" u="none">
                <a:solidFill>
                  <a:schemeClr val="dk1"/>
                </a:solidFill>
                <a:latin typeface="Times"/>
                <a:ea typeface="Times"/>
                <a:cs typeface="Times"/>
                <a:sym typeface="Times"/>
              </a:defRPr>
            </a:lvl1pPr>
            <a:lvl2pPr marR="0" lvl="1" algn="l" rtl="0">
              <a:lnSpc>
                <a:spcPct val="100000"/>
              </a:lnSpc>
              <a:spcBef>
                <a:spcPts val="0"/>
              </a:spcBef>
              <a:spcAft>
                <a:spcPts val="0"/>
              </a:spcAft>
              <a:buSzPts val="1400"/>
              <a:buNone/>
              <a:defRPr sz="2400" b="0" i="0" u="none" strike="noStrike" cap="none">
                <a:solidFill>
                  <a:schemeClr val="dk1"/>
                </a:solidFill>
                <a:latin typeface="Times"/>
                <a:ea typeface="Times"/>
                <a:cs typeface="Times"/>
                <a:sym typeface="Times"/>
              </a:defRPr>
            </a:lvl2pPr>
            <a:lvl3pPr marR="0" lvl="2" algn="l" rtl="0">
              <a:lnSpc>
                <a:spcPct val="100000"/>
              </a:lnSpc>
              <a:spcBef>
                <a:spcPts val="0"/>
              </a:spcBef>
              <a:spcAft>
                <a:spcPts val="0"/>
              </a:spcAft>
              <a:buSzPts val="1400"/>
              <a:buNone/>
              <a:defRPr sz="2400" b="0" i="0" u="none" strike="noStrike" cap="none">
                <a:solidFill>
                  <a:schemeClr val="dk1"/>
                </a:solidFill>
                <a:latin typeface="Times"/>
                <a:ea typeface="Times"/>
                <a:cs typeface="Times"/>
                <a:sym typeface="Times"/>
              </a:defRPr>
            </a:lvl3pPr>
            <a:lvl4pPr marR="0" lvl="3" algn="l" rtl="0">
              <a:lnSpc>
                <a:spcPct val="100000"/>
              </a:lnSpc>
              <a:spcBef>
                <a:spcPts val="0"/>
              </a:spcBef>
              <a:spcAft>
                <a:spcPts val="0"/>
              </a:spcAft>
              <a:buSzPts val="1400"/>
              <a:buNone/>
              <a:defRPr sz="2400" b="0" i="0" u="none" strike="noStrike" cap="none">
                <a:solidFill>
                  <a:schemeClr val="dk1"/>
                </a:solidFill>
                <a:latin typeface="Times"/>
                <a:ea typeface="Times"/>
                <a:cs typeface="Times"/>
                <a:sym typeface="Times"/>
              </a:defRPr>
            </a:lvl4pPr>
            <a:lvl5pPr marR="0" lvl="4" algn="l" rtl="0">
              <a:lnSpc>
                <a:spcPct val="100000"/>
              </a:lnSpc>
              <a:spcBef>
                <a:spcPts val="0"/>
              </a:spcBef>
              <a:spcAft>
                <a:spcPts val="0"/>
              </a:spcAft>
              <a:buSzPts val="1400"/>
              <a:buNone/>
              <a:defRPr sz="2400" b="0" i="0" u="none" strike="noStrike" cap="none">
                <a:solidFill>
                  <a:schemeClr val="dk1"/>
                </a:solidFill>
                <a:latin typeface="Times"/>
                <a:ea typeface="Times"/>
                <a:cs typeface="Times"/>
                <a:sym typeface="Times"/>
              </a:defRPr>
            </a:lvl5pPr>
            <a:lvl6pPr marR="0" lvl="5" algn="l" rtl="0">
              <a:lnSpc>
                <a:spcPct val="100000"/>
              </a:lnSpc>
              <a:spcBef>
                <a:spcPts val="0"/>
              </a:spcBef>
              <a:spcAft>
                <a:spcPts val="0"/>
              </a:spcAft>
              <a:buSzPts val="1400"/>
              <a:buNone/>
              <a:defRPr sz="2400" b="0" i="0" u="none" strike="noStrike" cap="none">
                <a:solidFill>
                  <a:schemeClr val="dk1"/>
                </a:solidFill>
                <a:latin typeface="Times"/>
                <a:ea typeface="Times"/>
                <a:cs typeface="Times"/>
                <a:sym typeface="Times"/>
              </a:defRPr>
            </a:lvl6pPr>
            <a:lvl7pPr marR="0" lvl="6" algn="l" rtl="0">
              <a:lnSpc>
                <a:spcPct val="100000"/>
              </a:lnSpc>
              <a:spcBef>
                <a:spcPts val="0"/>
              </a:spcBef>
              <a:spcAft>
                <a:spcPts val="0"/>
              </a:spcAft>
              <a:buSzPts val="1400"/>
              <a:buNone/>
              <a:defRPr sz="2400" b="0" i="0" u="none" strike="noStrike" cap="none">
                <a:solidFill>
                  <a:schemeClr val="dk1"/>
                </a:solidFill>
                <a:latin typeface="Times"/>
                <a:ea typeface="Times"/>
                <a:cs typeface="Times"/>
                <a:sym typeface="Times"/>
              </a:defRPr>
            </a:lvl7pPr>
            <a:lvl8pPr marR="0" lvl="7" algn="l" rtl="0">
              <a:lnSpc>
                <a:spcPct val="100000"/>
              </a:lnSpc>
              <a:spcBef>
                <a:spcPts val="0"/>
              </a:spcBef>
              <a:spcAft>
                <a:spcPts val="0"/>
              </a:spcAft>
              <a:buSzPts val="1400"/>
              <a:buNone/>
              <a:defRPr sz="2400" b="0" i="0" u="none" strike="noStrike" cap="none">
                <a:solidFill>
                  <a:schemeClr val="dk1"/>
                </a:solidFill>
                <a:latin typeface="Times"/>
                <a:ea typeface="Times"/>
                <a:cs typeface="Times"/>
                <a:sym typeface="Times"/>
              </a:defRPr>
            </a:lvl8pPr>
            <a:lvl9pPr marR="0" lvl="8" algn="l" rtl="0">
              <a:lnSpc>
                <a:spcPct val="100000"/>
              </a:lnSpc>
              <a:spcBef>
                <a:spcPts val="0"/>
              </a:spcBef>
              <a:spcAft>
                <a:spcPts val="0"/>
              </a:spcAft>
              <a:buSzPts val="1400"/>
              <a:buNone/>
              <a:defRPr sz="2400" b="0" i="0" u="none" strike="noStrike" cap="none">
                <a:solidFill>
                  <a:schemeClr val="dk1"/>
                </a:solidFill>
                <a:latin typeface="Times"/>
                <a:ea typeface="Times"/>
                <a:cs typeface="Times"/>
                <a:sym typeface="Times"/>
              </a:defRPr>
            </a:lvl9pPr>
          </a:lstStyle>
          <a:p>
            <a:endParaRPr/>
          </a:p>
        </p:txBody>
      </p:sp>
      <p:sp>
        <p:nvSpPr>
          <p:cNvPr id="24" name="Google Shape;24;p1"/>
          <p:cNvSpPr txBox="1">
            <a:spLocks noGrp="1"/>
          </p:cNvSpPr>
          <p:nvPr>
            <p:ph type="sldNum" idx="12"/>
          </p:nvPr>
        </p:nvSpPr>
        <p:spPr>
          <a:xfrm>
            <a:off x="7661275" y="13771562"/>
            <a:ext cx="2229000" cy="1012800"/>
          </a:xfrm>
          <a:prstGeom prst="rect">
            <a:avLst/>
          </a:prstGeom>
          <a:noFill/>
          <a:ln>
            <a:noFill/>
          </a:ln>
        </p:spPr>
        <p:txBody>
          <a:bodyPr spcFirstLastPara="1" wrap="square" lIns="147425" tIns="73700" rIns="147425" bIns="73700" anchor="t" anchorCtr="0">
            <a:noAutofit/>
          </a:bodyPr>
          <a:lstStyle>
            <a:lvl1pPr marL="0" marR="0" lvl="0"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1pPr>
            <a:lvl2pPr marL="0" marR="0" lvl="1"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2pPr>
            <a:lvl3pPr marL="0" marR="0" lvl="2"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3pPr>
            <a:lvl4pPr marL="0" marR="0" lvl="3"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4pPr>
            <a:lvl5pPr marL="0" marR="0" lvl="4"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5pPr>
            <a:lvl6pPr marL="0" marR="0" lvl="5"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6pPr>
            <a:lvl7pPr marL="0" marR="0" lvl="6"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7pPr>
            <a:lvl8pPr marL="0" marR="0" lvl="7"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8pPr>
            <a:lvl9pPr marL="0" marR="0" lvl="8" indent="0" algn="r" rtl="0">
              <a:lnSpc>
                <a:spcPct val="100000"/>
              </a:lnSpc>
              <a:spcBef>
                <a:spcPts val="0"/>
              </a:spcBef>
              <a:spcAft>
                <a:spcPts val="0"/>
              </a:spcAft>
              <a:buClr>
                <a:schemeClr val="dk1"/>
              </a:buClr>
              <a:buSzPts val="2300"/>
              <a:buFont typeface="Times"/>
              <a:buNone/>
              <a:defRPr sz="2300" b="0" i="0" u="none">
                <a:solidFill>
                  <a:schemeClr val="dk1"/>
                </a:solidFill>
                <a:latin typeface="Times"/>
                <a:ea typeface="Times"/>
                <a:cs typeface="Times"/>
                <a:sym typeface="Times"/>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6" Type="http://schemas.openxmlformats.org/officeDocument/2006/relationships/image" Target="../media/image26.jpg"/><Relationship Id="rId21" Type="http://schemas.openxmlformats.org/officeDocument/2006/relationships/image" Target="../media/image21.jpg"/><Relationship Id="rId34" Type="http://schemas.openxmlformats.org/officeDocument/2006/relationships/image" Target="../media/image34.jpg"/><Relationship Id="rId42" Type="http://schemas.openxmlformats.org/officeDocument/2006/relationships/image" Target="../media/image42.png"/><Relationship Id="rId47" Type="http://schemas.openxmlformats.org/officeDocument/2006/relationships/image" Target="../media/image47.jpg"/><Relationship Id="rId50" Type="http://schemas.openxmlformats.org/officeDocument/2006/relationships/image" Target="../media/image50.jpg"/><Relationship Id="rId55" Type="http://schemas.openxmlformats.org/officeDocument/2006/relationships/image" Target="../media/image55.jpg"/><Relationship Id="rId63" Type="http://schemas.openxmlformats.org/officeDocument/2006/relationships/image" Target="../media/image63.png"/><Relationship Id="rId7" Type="http://schemas.openxmlformats.org/officeDocument/2006/relationships/image" Target="../media/image7.jpg"/><Relationship Id="rId2" Type="http://schemas.openxmlformats.org/officeDocument/2006/relationships/notesSlide" Target="../notesSlides/notesSlide1.xml"/><Relationship Id="rId16" Type="http://schemas.openxmlformats.org/officeDocument/2006/relationships/image" Target="../media/image16.jpg"/><Relationship Id="rId29" Type="http://schemas.openxmlformats.org/officeDocument/2006/relationships/image" Target="../media/image29.jpg"/><Relationship Id="rId11" Type="http://schemas.openxmlformats.org/officeDocument/2006/relationships/image" Target="../media/image11.jpg"/><Relationship Id="rId24" Type="http://schemas.openxmlformats.org/officeDocument/2006/relationships/image" Target="../media/image24.jpg"/><Relationship Id="rId32" Type="http://schemas.openxmlformats.org/officeDocument/2006/relationships/image" Target="../media/image32.png"/><Relationship Id="rId37" Type="http://schemas.openxmlformats.org/officeDocument/2006/relationships/image" Target="../media/image37.jpg"/><Relationship Id="rId40" Type="http://schemas.openxmlformats.org/officeDocument/2006/relationships/image" Target="../media/image40.jpg"/><Relationship Id="rId45" Type="http://schemas.openxmlformats.org/officeDocument/2006/relationships/image" Target="../media/image45.jpg"/><Relationship Id="rId53" Type="http://schemas.openxmlformats.org/officeDocument/2006/relationships/image" Target="../media/image53.jpg"/><Relationship Id="rId58" Type="http://schemas.openxmlformats.org/officeDocument/2006/relationships/image" Target="../media/image58.png"/><Relationship Id="rId5" Type="http://schemas.openxmlformats.org/officeDocument/2006/relationships/image" Target="../media/image5.jpg"/><Relationship Id="rId61" Type="http://schemas.openxmlformats.org/officeDocument/2006/relationships/image" Target="../media/image61.jpg"/><Relationship Id="rId19" Type="http://schemas.openxmlformats.org/officeDocument/2006/relationships/image" Target="../media/image19.jpg"/><Relationship Id="rId14" Type="http://schemas.openxmlformats.org/officeDocument/2006/relationships/image" Target="../media/image14.jpg"/><Relationship Id="rId22" Type="http://schemas.openxmlformats.org/officeDocument/2006/relationships/image" Target="../media/image22.jpg"/><Relationship Id="rId27" Type="http://schemas.openxmlformats.org/officeDocument/2006/relationships/image" Target="../media/image27.jpg"/><Relationship Id="rId30" Type="http://schemas.openxmlformats.org/officeDocument/2006/relationships/image" Target="../media/image30.jpg"/><Relationship Id="rId35" Type="http://schemas.openxmlformats.org/officeDocument/2006/relationships/image" Target="../media/image35.png"/><Relationship Id="rId43" Type="http://schemas.openxmlformats.org/officeDocument/2006/relationships/image" Target="../media/image43.png"/><Relationship Id="rId48" Type="http://schemas.openxmlformats.org/officeDocument/2006/relationships/image" Target="../media/image48.jpg"/><Relationship Id="rId56" Type="http://schemas.openxmlformats.org/officeDocument/2006/relationships/image" Target="../media/image56.jpg"/><Relationship Id="rId64" Type="http://schemas.openxmlformats.org/officeDocument/2006/relationships/image" Target="../media/image64.png"/><Relationship Id="rId8" Type="http://schemas.openxmlformats.org/officeDocument/2006/relationships/image" Target="../media/image8.jpg"/><Relationship Id="rId51" Type="http://schemas.openxmlformats.org/officeDocument/2006/relationships/image" Target="../media/image51.jpg"/><Relationship Id="rId3" Type="http://schemas.openxmlformats.org/officeDocument/2006/relationships/image" Target="../media/image3.png"/><Relationship Id="rId12" Type="http://schemas.openxmlformats.org/officeDocument/2006/relationships/image" Target="../media/image12.jpg"/><Relationship Id="rId17" Type="http://schemas.openxmlformats.org/officeDocument/2006/relationships/image" Target="../media/image17.jpg"/><Relationship Id="rId25" Type="http://schemas.openxmlformats.org/officeDocument/2006/relationships/image" Target="../media/image25.jpg"/><Relationship Id="rId33" Type="http://schemas.openxmlformats.org/officeDocument/2006/relationships/image" Target="../media/image33.jpg"/><Relationship Id="rId38" Type="http://schemas.openxmlformats.org/officeDocument/2006/relationships/image" Target="../media/image38.jpg"/><Relationship Id="rId46" Type="http://schemas.openxmlformats.org/officeDocument/2006/relationships/image" Target="../media/image46.jpg"/><Relationship Id="rId59" Type="http://schemas.openxmlformats.org/officeDocument/2006/relationships/image" Target="../media/image59.jpg"/><Relationship Id="rId20" Type="http://schemas.openxmlformats.org/officeDocument/2006/relationships/image" Target="../media/image20.jpg"/><Relationship Id="rId41" Type="http://schemas.openxmlformats.org/officeDocument/2006/relationships/image" Target="../media/image41.png"/><Relationship Id="rId54" Type="http://schemas.openxmlformats.org/officeDocument/2006/relationships/image" Target="../media/image54.jpg"/><Relationship Id="rId62" Type="http://schemas.openxmlformats.org/officeDocument/2006/relationships/image" Target="../media/image62.png"/><Relationship Id="rId1" Type="http://schemas.openxmlformats.org/officeDocument/2006/relationships/slideLayout" Target="../slideLayouts/slideLayout1.xml"/><Relationship Id="rId6" Type="http://schemas.openxmlformats.org/officeDocument/2006/relationships/image" Target="../media/image6.jpg"/><Relationship Id="rId15" Type="http://schemas.openxmlformats.org/officeDocument/2006/relationships/image" Target="../media/image15.jpg"/><Relationship Id="rId23" Type="http://schemas.openxmlformats.org/officeDocument/2006/relationships/image" Target="../media/image23.jpg"/><Relationship Id="rId28" Type="http://schemas.openxmlformats.org/officeDocument/2006/relationships/image" Target="../media/image28.jpg"/><Relationship Id="rId36" Type="http://schemas.openxmlformats.org/officeDocument/2006/relationships/image" Target="../media/image36.png"/><Relationship Id="rId49" Type="http://schemas.openxmlformats.org/officeDocument/2006/relationships/image" Target="../media/image49.jpg"/><Relationship Id="rId57" Type="http://schemas.openxmlformats.org/officeDocument/2006/relationships/image" Target="../media/image57.png"/><Relationship Id="rId10" Type="http://schemas.openxmlformats.org/officeDocument/2006/relationships/image" Target="../media/image10.jpg"/><Relationship Id="rId31" Type="http://schemas.openxmlformats.org/officeDocument/2006/relationships/image" Target="../media/image31.jpg"/><Relationship Id="rId44" Type="http://schemas.openxmlformats.org/officeDocument/2006/relationships/image" Target="../media/image44.jpg"/><Relationship Id="rId52" Type="http://schemas.openxmlformats.org/officeDocument/2006/relationships/image" Target="../media/image52.jpg"/><Relationship Id="rId60" Type="http://schemas.openxmlformats.org/officeDocument/2006/relationships/image" Target="../media/image60.jpg"/><Relationship Id="rId65" Type="http://schemas.openxmlformats.org/officeDocument/2006/relationships/image" Target="../media/image65.png"/><Relationship Id="rId4" Type="http://schemas.openxmlformats.org/officeDocument/2006/relationships/image" Target="../media/image4.png"/><Relationship Id="rId9" Type="http://schemas.openxmlformats.org/officeDocument/2006/relationships/image" Target="../media/image9.jpg"/><Relationship Id="rId13" Type="http://schemas.openxmlformats.org/officeDocument/2006/relationships/image" Target="../media/image13.jpg"/><Relationship Id="rId18" Type="http://schemas.openxmlformats.org/officeDocument/2006/relationships/image" Target="../media/image18.jpg"/><Relationship Id="rId39" Type="http://schemas.openxmlformats.org/officeDocument/2006/relationships/image" Target="../media/image39.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3"/>
          <p:cNvSpPr txBox="1"/>
          <p:nvPr/>
        </p:nvSpPr>
        <p:spPr>
          <a:xfrm>
            <a:off x="7402512" y="6205537"/>
            <a:ext cx="2362200" cy="14478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cxnSp>
        <p:nvCxnSpPr>
          <p:cNvPr id="100" name="Google Shape;100;p13"/>
          <p:cNvCxnSpPr/>
          <p:nvPr/>
        </p:nvCxnSpPr>
        <p:spPr>
          <a:xfrm>
            <a:off x="773112" y="5848350"/>
            <a:ext cx="9067800" cy="1500"/>
          </a:xfrm>
          <a:prstGeom prst="straightConnector1">
            <a:avLst/>
          </a:prstGeom>
          <a:noFill/>
          <a:ln w="9525" cap="flat" cmpd="sng">
            <a:solidFill>
              <a:srgbClr val="C00000"/>
            </a:solidFill>
            <a:prstDash val="solid"/>
            <a:miter lim="800000"/>
            <a:headEnd type="oval" w="med" len="med"/>
            <a:tailEnd type="oval" w="med" len="med"/>
          </a:ln>
        </p:spPr>
      </p:cxnSp>
      <p:grpSp>
        <p:nvGrpSpPr>
          <p:cNvPr id="101" name="Google Shape;101;p13"/>
          <p:cNvGrpSpPr/>
          <p:nvPr/>
        </p:nvGrpSpPr>
        <p:grpSpPr>
          <a:xfrm>
            <a:off x="620712" y="8396287"/>
            <a:ext cx="9448800" cy="365125"/>
            <a:chOff x="620713" y="8243888"/>
            <a:chExt cx="9448800" cy="365125"/>
          </a:xfrm>
        </p:grpSpPr>
        <p:pic>
          <p:nvPicPr>
            <p:cNvPr id="102" name="Google Shape;102;p13"/>
            <p:cNvPicPr preferRelativeResize="0"/>
            <p:nvPr/>
          </p:nvPicPr>
          <p:blipFill rotWithShape="1">
            <a:blip r:embed="rId3">
              <a:alphaModFix/>
            </a:blip>
            <a:srcRect/>
            <a:stretch/>
          </p:blipFill>
          <p:spPr>
            <a:xfrm>
              <a:off x="658813" y="8243888"/>
              <a:ext cx="9371018" cy="365125"/>
            </a:xfrm>
            <a:prstGeom prst="rect">
              <a:avLst/>
            </a:prstGeom>
            <a:noFill/>
            <a:ln>
              <a:noFill/>
            </a:ln>
          </p:spPr>
        </p:pic>
        <p:sp>
          <p:nvSpPr>
            <p:cNvPr id="103" name="Google Shape;103;p13"/>
            <p:cNvSpPr txBox="1"/>
            <p:nvPr/>
          </p:nvSpPr>
          <p:spPr>
            <a:xfrm>
              <a:off x="620713" y="8304213"/>
              <a:ext cx="9448800" cy="2463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lt1"/>
                </a:buClr>
                <a:buSzPts val="1600"/>
                <a:buFont typeface="Arial"/>
                <a:buNone/>
              </a:pPr>
              <a:r>
                <a:rPr sz="2400" b="1">
                  <a:solidFill>
                    <a:srgbClr val="FFFFFF"/>
                  </a:solidFill>
                </a:rPr>
                <a:t>Details &amp; Results</a:t>
              </a:r>
              <a:endParaRPr/>
            </a:p>
          </p:txBody>
        </p:sp>
      </p:grpSp>
      <p:sp>
        <p:nvSpPr>
          <p:cNvPr id="104" name="Google Shape;104;p13"/>
          <p:cNvSpPr txBox="1">
            <a:spLocks noGrp="1"/>
          </p:cNvSpPr>
          <p:nvPr>
            <p:ph type="ctrTitle"/>
          </p:nvPr>
        </p:nvSpPr>
        <p:spPr>
          <a:xfrm>
            <a:off x="393700" y="623887"/>
            <a:ext cx="9906000" cy="431100"/>
          </a:xfrm>
          <a:prstGeom prst="rect">
            <a:avLst/>
          </a:prstGeom>
          <a:noFill/>
          <a:ln>
            <a:noFill/>
          </a:ln>
        </p:spPr>
        <p:txBody>
          <a:bodyPr spcFirstLastPara="1" wrap="square" lIns="0" tIns="0" rIns="0" bIns="0" anchor="t" anchorCtr="1">
            <a:noAutofit/>
          </a:bodyPr>
          <a:lstStyle/>
          <a:p>
            <a:pPr marL="0" lvl="0" indent="0" algn="ctr" rtl="0">
              <a:lnSpc>
                <a:spcPct val="105000"/>
              </a:lnSpc>
              <a:spcBef>
                <a:spcPts val="0"/>
              </a:spcBef>
              <a:spcAft>
                <a:spcPts val="0"/>
              </a:spcAft>
              <a:buClr>
                <a:schemeClr val="lt1"/>
              </a:buClr>
              <a:buSzPts val="2800"/>
              <a:buFont typeface="Arial"/>
              <a:buNone/>
            </a:pPr>
            <a:r>
              <a:rPr sz="4800" b="1">
                <a:solidFill>
                  <a:srgbClr val="FFFFFF"/>
                </a:solidFill>
              </a:rPr>
              <a:t>St4RTrack: Tái tạo &amp; theo dõi 3D</a:t>
            </a:r>
            <a:endParaRPr/>
          </a:p>
        </p:txBody>
      </p:sp>
      <p:pic>
        <p:nvPicPr>
          <p:cNvPr id="105" name="Google Shape;105;p13"/>
          <p:cNvPicPr preferRelativeResize="0"/>
          <p:nvPr/>
        </p:nvPicPr>
        <p:blipFill rotWithShape="1">
          <a:blip r:embed="rId4">
            <a:alphaModFix/>
          </a:blip>
          <a:srcRect/>
          <a:stretch/>
        </p:blipFill>
        <p:spPr>
          <a:xfrm>
            <a:off x="658812" y="5257800"/>
            <a:ext cx="9371012" cy="363537"/>
          </a:xfrm>
          <a:prstGeom prst="rect">
            <a:avLst/>
          </a:prstGeom>
          <a:noFill/>
          <a:ln>
            <a:noFill/>
          </a:ln>
        </p:spPr>
      </p:pic>
      <p:sp>
        <p:nvSpPr>
          <p:cNvPr id="106" name="Google Shape;106;p13"/>
          <p:cNvSpPr txBox="1"/>
          <p:nvPr/>
        </p:nvSpPr>
        <p:spPr>
          <a:xfrm>
            <a:off x="582612" y="5198668"/>
            <a:ext cx="9448800" cy="2463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lt1"/>
              </a:buClr>
              <a:buSzPts val="1600"/>
              <a:buFont typeface="Arial"/>
              <a:buNone/>
            </a:pPr>
            <a:r>
              <a:rPr sz="2400" b="1">
                <a:solidFill>
                  <a:srgbClr val="FFFFFF"/>
                </a:solidFill>
              </a:rPr>
              <a:t>Overview of St4RTrack</a:t>
            </a:r>
            <a:endParaRPr/>
          </a:p>
        </p:txBody>
      </p:sp>
      <p:sp>
        <p:nvSpPr>
          <p:cNvPr id="107" name="Google Shape;107;p13"/>
          <p:cNvSpPr txBox="1"/>
          <p:nvPr/>
        </p:nvSpPr>
        <p:spPr>
          <a:xfrm>
            <a:off x="856225" y="1401235"/>
            <a:ext cx="9000000" cy="250000"/>
          </a:xfrm>
          <a:prstGeom prst="rect">
            <a:avLst/>
          </a:prstGeom>
          <a:noFill/>
          <a:ln>
            <a:noFill/>
          </a:ln>
        </p:spPr>
        <p:txBody>
          <a:bodyPr spcFirstLastPara="1" wrap="square" lIns="0" tIns="0" rIns="0" bIns="0" anchor="t" anchorCtr="1">
            <a:noAutofit/>
          </a:bodyPr>
          <a:lstStyle/>
          <a:p>
            <a:pPr marL="0" marR="0" lvl="0" indent="0" algn="ctr" rtl="0">
              <a:lnSpc>
                <a:spcPct val="105000"/>
              </a:lnSpc>
              <a:spcBef>
                <a:spcPts val="0"/>
              </a:spcBef>
              <a:spcAft>
                <a:spcPts val="0"/>
              </a:spcAft>
              <a:buClr>
                <a:schemeClr val="lt1"/>
              </a:buClr>
              <a:buSzPts val="1600"/>
              <a:buFont typeface="Arial"/>
              <a:buNone/>
            </a:pPr>
            <a:r>
              <a:rPr lang="en-US" sz="1800" b="0" dirty="0">
                <a:solidFill>
                  <a:srgbClr val="FFFFFF"/>
                </a:solidFill>
              </a:rPr>
              <a:t>University of Information Technology</a:t>
            </a:r>
            <a:endParaRPr dirty="0"/>
          </a:p>
        </p:txBody>
      </p:sp>
      <p:sp>
        <p:nvSpPr>
          <p:cNvPr id="108" name="Google Shape;108;p13"/>
          <p:cNvSpPr txBox="1"/>
          <p:nvPr/>
        </p:nvSpPr>
        <p:spPr>
          <a:xfrm>
            <a:off x="2089150" y="2720975"/>
            <a:ext cx="15240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98195"/>
              </a:buClr>
              <a:buSzPts val="1200"/>
              <a:buFont typeface="Tahoma"/>
              <a:buNone/>
            </a:pPr>
            <a:r>
              <a:rPr sz="2000" b="1">
                <a:solidFill>
                  <a:srgbClr val="006699"/>
                </a:solidFill>
              </a:rPr>
              <a:t>What?</a:t>
            </a:r>
            <a:endParaRPr/>
          </a:p>
        </p:txBody>
      </p:sp>
      <p:sp>
        <p:nvSpPr>
          <p:cNvPr id="109" name="Google Shape;109;p13"/>
          <p:cNvSpPr txBox="1"/>
          <p:nvPr/>
        </p:nvSpPr>
        <p:spPr>
          <a:xfrm>
            <a:off x="7051675" y="2720975"/>
            <a:ext cx="15240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98195"/>
              </a:buClr>
              <a:buSzPts val="1200"/>
              <a:buFont typeface="Tahoma"/>
              <a:buNone/>
            </a:pPr>
            <a:r>
              <a:rPr sz="2000" b="1">
                <a:solidFill>
                  <a:srgbClr val="006699"/>
                </a:solidFill>
              </a:rPr>
              <a:t>Why?</a:t>
            </a:r>
            <a:endParaRPr/>
          </a:p>
        </p:txBody>
      </p:sp>
      <p:sp>
        <p:nvSpPr>
          <p:cNvPr id="110" name="Google Shape;110;p13"/>
          <p:cNvSpPr txBox="1"/>
          <p:nvPr/>
        </p:nvSpPr>
        <p:spPr>
          <a:xfrm>
            <a:off x="658812" y="1310200"/>
            <a:ext cx="2057400" cy="64629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1600"/>
              <a:buFont typeface="Arial"/>
              <a:buNone/>
            </a:pPr>
            <a:r>
              <a:rPr lang="en-US" sz="1800" b="1" dirty="0">
                <a:solidFill>
                  <a:srgbClr val="FFFFFF"/>
                </a:solidFill>
              </a:rPr>
              <a:t>Nguyễn Phạm Phương Nam</a:t>
            </a:r>
            <a:endParaRPr dirty="0"/>
          </a:p>
        </p:txBody>
      </p:sp>
      <p:sp>
        <p:nvSpPr>
          <p:cNvPr id="111" name="Google Shape;111;p13"/>
          <p:cNvSpPr txBox="1"/>
          <p:nvPr/>
        </p:nvSpPr>
        <p:spPr>
          <a:xfrm>
            <a:off x="7729042" y="1352931"/>
            <a:ext cx="2362200" cy="36929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1600"/>
              <a:buFont typeface="Arial"/>
              <a:buNone/>
            </a:pPr>
            <a:r>
              <a:rPr lang="en-US" sz="1800" b="1" dirty="0" err="1">
                <a:solidFill>
                  <a:srgbClr val="FFFFFF"/>
                </a:solidFill>
              </a:rPr>
              <a:t>Hồ</a:t>
            </a:r>
            <a:r>
              <a:rPr lang="en-US" sz="1800" b="1" dirty="0">
                <a:solidFill>
                  <a:srgbClr val="FFFFFF"/>
                </a:solidFill>
              </a:rPr>
              <a:t> Ngọc </a:t>
            </a:r>
            <a:r>
              <a:rPr lang="en-US" sz="1800" b="1" dirty="0" err="1">
                <a:solidFill>
                  <a:srgbClr val="FFFFFF"/>
                </a:solidFill>
              </a:rPr>
              <a:t>Luật</a:t>
            </a:r>
            <a:endParaRPr dirty="0"/>
          </a:p>
        </p:txBody>
      </p:sp>
      <p:sp>
        <p:nvSpPr>
          <p:cNvPr id="114" name="Google Shape;114;p13"/>
          <p:cNvSpPr txBox="1"/>
          <p:nvPr/>
        </p:nvSpPr>
        <p:spPr>
          <a:xfrm>
            <a:off x="3325812" y="2025102"/>
            <a:ext cx="3962400" cy="258532"/>
          </a:xfrm>
          <a:prstGeom prst="rect">
            <a:avLst/>
          </a:prstGeom>
          <a:noFill/>
          <a:ln>
            <a:noFill/>
          </a:ln>
        </p:spPr>
        <p:txBody>
          <a:bodyPr spcFirstLastPara="1" wrap="square" lIns="0" tIns="0" rIns="0" bIns="0" anchor="t" anchorCtr="1">
            <a:spAutoFit/>
          </a:bodyPr>
          <a:lstStyle/>
          <a:p>
            <a:pPr marL="342900" marR="0" lvl="0" indent="-342900" algn="ctr" rtl="0">
              <a:lnSpc>
                <a:spcPct val="105000"/>
              </a:lnSpc>
              <a:spcBef>
                <a:spcPts val="0"/>
              </a:spcBef>
              <a:spcAft>
                <a:spcPts val="0"/>
              </a:spcAft>
              <a:buClr>
                <a:schemeClr val="lt1"/>
              </a:buClr>
              <a:buSzPts val="1600"/>
              <a:buFont typeface="Arial"/>
              <a:buNone/>
            </a:pPr>
            <a:r>
              <a:rPr lang="en-US" sz="1600" dirty="0">
                <a:solidFill>
                  <a:schemeClr val="bg1"/>
                </a:solidFill>
              </a:rPr>
              <a:t>HCMC, </a:t>
            </a:r>
            <a:r>
              <a:rPr lang="en-US" sz="1600" dirty="0" err="1">
                <a:solidFill>
                  <a:schemeClr val="bg1"/>
                </a:solidFill>
              </a:rPr>
              <a:t>VietNam</a:t>
            </a:r>
            <a:endParaRPr sz="1600" dirty="0">
              <a:solidFill>
                <a:schemeClr val="bg1"/>
              </a:solidFill>
            </a:endParaRPr>
          </a:p>
        </p:txBody>
      </p:sp>
      <p:grpSp>
        <p:nvGrpSpPr>
          <p:cNvPr id="116" name="Google Shape;116;p13"/>
          <p:cNvGrpSpPr/>
          <p:nvPr/>
        </p:nvGrpSpPr>
        <p:grpSpPr>
          <a:xfrm>
            <a:off x="1196976" y="5668978"/>
            <a:ext cx="2166900" cy="354000"/>
            <a:chOff x="1313656" y="5809456"/>
            <a:chExt cx="2166900" cy="354000"/>
          </a:xfrm>
        </p:grpSpPr>
        <p:sp>
          <p:nvSpPr>
            <p:cNvPr id="117" name="Google Shape;117;p13"/>
            <p:cNvSpPr/>
            <p:nvPr/>
          </p:nvSpPr>
          <p:spPr>
            <a:xfrm>
              <a:off x="1313656" y="5809456"/>
              <a:ext cx="2166900" cy="354000"/>
            </a:xfrm>
            <a:prstGeom prst="roundRect">
              <a:avLst>
                <a:gd name="adj" fmla="val 16667"/>
              </a:avLst>
            </a:prstGeom>
            <a:solidFill>
              <a:srgbClr val="92D050"/>
            </a:solidFill>
            <a:ln w="9525" cap="flat" cmpd="sng">
              <a:solidFill>
                <a:srgbClr val="92D050"/>
              </a:solidFill>
              <a:prstDash val="solid"/>
              <a:round/>
              <a:headEnd type="none" w="sm" len="sm"/>
              <a:tailEnd type="none" w="sm" len="sm"/>
            </a:ln>
            <a:effectLst>
              <a:outerShdw blurRad="76200" sy="23000" kx="-1200090" algn="bl" rotWithShape="0">
                <a:srgbClr val="000000">
                  <a:alpha val="20000"/>
                </a:srgbClr>
              </a:outerShdw>
            </a:effectLst>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2400"/>
                <a:buFont typeface="Times"/>
                <a:buNone/>
              </a:pPr>
              <a:endParaRPr sz="2400" b="1" i="0" u="none" strike="noStrike" cap="none">
                <a:solidFill>
                  <a:srgbClr val="F8F8F8"/>
                </a:solidFill>
                <a:latin typeface="Calibri"/>
                <a:ea typeface="Calibri"/>
                <a:cs typeface="Calibri"/>
                <a:sym typeface="Calibri"/>
              </a:endParaRPr>
            </a:p>
          </p:txBody>
        </p:sp>
        <p:sp>
          <p:nvSpPr>
            <p:cNvPr id="118" name="Google Shape;118;p13"/>
            <p:cNvSpPr txBox="1"/>
            <p:nvPr/>
          </p:nvSpPr>
          <p:spPr>
            <a:xfrm>
              <a:off x="1423194" y="5836444"/>
              <a:ext cx="19812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1200"/>
                <a:buFont typeface="Arial"/>
                <a:buNone/>
              </a:pPr>
              <a:r>
                <a:rPr lang="en-US" sz="1200" b="0" i="0" u="none">
                  <a:solidFill>
                    <a:schemeClr val="lt1"/>
                  </a:solidFill>
                  <a:latin typeface="Arial"/>
                  <a:ea typeface="Arial"/>
                  <a:cs typeface="Arial"/>
                  <a:sym typeface="Arial"/>
                </a:rPr>
                <a:t>Face Detection</a:t>
              </a:r>
              <a:endParaRPr/>
            </a:p>
          </p:txBody>
        </p:sp>
      </p:grpSp>
      <p:grpSp>
        <p:nvGrpSpPr>
          <p:cNvPr id="119" name="Google Shape;119;p13"/>
          <p:cNvGrpSpPr/>
          <p:nvPr/>
        </p:nvGrpSpPr>
        <p:grpSpPr>
          <a:xfrm>
            <a:off x="4430712" y="5662711"/>
            <a:ext cx="2209800" cy="355593"/>
            <a:chOff x="4355306" y="5806281"/>
            <a:chExt cx="2209800" cy="354000"/>
          </a:xfrm>
        </p:grpSpPr>
        <p:sp>
          <p:nvSpPr>
            <p:cNvPr id="120" name="Google Shape;120;p13"/>
            <p:cNvSpPr/>
            <p:nvPr/>
          </p:nvSpPr>
          <p:spPr>
            <a:xfrm>
              <a:off x="4355306" y="5806281"/>
              <a:ext cx="2209800" cy="354000"/>
            </a:xfrm>
            <a:prstGeom prst="roundRect">
              <a:avLst>
                <a:gd name="adj" fmla="val 16667"/>
              </a:avLst>
            </a:prstGeom>
            <a:solidFill>
              <a:srgbClr val="92D050"/>
            </a:solidFill>
            <a:ln w="9525" cap="flat" cmpd="sng">
              <a:solidFill>
                <a:srgbClr val="92D050"/>
              </a:solidFill>
              <a:prstDash val="solid"/>
              <a:round/>
              <a:headEnd type="none" w="sm" len="sm"/>
              <a:tailEnd type="none" w="sm" len="sm"/>
            </a:ln>
            <a:effectLst>
              <a:outerShdw blurRad="76200" sy="23000" kx="-1200090" algn="bl" rotWithShape="0">
                <a:srgbClr val="000000">
                  <a:alpha val="20000"/>
                </a:srgbClr>
              </a:outerShdw>
            </a:effectLst>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2400"/>
                <a:buFont typeface="Times"/>
                <a:buNone/>
              </a:pPr>
              <a:endParaRPr sz="2400" b="1" i="0" u="none" strike="noStrike" cap="none">
                <a:solidFill>
                  <a:srgbClr val="F8F8F8"/>
                </a:solidFill>
                <a:latin typeface="Calibri"/>
                <a:ea typeface="Calibri"/>
                <a:cs typeface="Calibri"/>
                <a:sym typeface="Calibri"/>
              </a:endParaRPr>
            </a:p>
          </p:txBody>
        </p:sp>
        <p:sp>
          <p:nvSpPr>
            <p:cNvPr id="121" name="Google Shape;121;p13"/>
            <p:cNvSpPr txBox="1"/>
            <p:nvPr/>
          </p:nvSpPr>
          <p:spPr>
            <a:xfrm>
              <a:off x="4464844" y="5833269"/>
              <a:ext cx="2024100" cy="2757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1200"/>
                <a:buFont typeface="Arial"/>
                <a:buNone/>
              </a:pPr>
              <a:r>
                <a:rPr lang="en-US" sz="1200" b="0" i="0" u="none">
                  <a:solidFill>
                    <a:schemeClr val="lt1"/>
                  </a:solidFill>
                  <a:latin typeface="Arial"/>
                  <a:ea typeface="Arial"/>
                  <a:cs typeface="Arial"/>
                  <a:sym typeface="Arial"/>
                </a:rPr>
                <a:t>Face-Track Extraction</a:t>
              </a:r>
              <a:endParaRPr/>
            </a:p>
          </p:txBody>
        </p:sp>
      </p:grpSp>
      <p:grpSp>
        <p:nvGrpSpPr>
          <p:cNvPr id="122" name="Google Shape;122;p13"/>
          <p:cNvGrpSpPr/>
          <p:nvPr/>
        </p:nvGrpSpPr>
        <p:grpSpPr>
          <a:xfrm>
            <a:off x="7478712" y="5653186"/>
            <a:ext cx="2209800" cy="355593"/>
            <a:chOff x="4355306" y="5806281"/>
            <a:chExt cx="2209800" cy="354000"/>
          </a:xfrm>
        </p:grpSpPr>
        <p:sp>
          <p:nvSpPr>
            <p:cNvPr id="123" name="Google Shape;123;p13"/>
            <p:cNvSpPr/>
            <p:nvPr/>
          </p:nvSpPr>
          <p:spPr>
            <a:xfrm>
              <a:off x="4355306" y="5806281"/>
              <a:ext cx="2209800" cy="354000"/>
            </a:xfrm>
            <a:prstGeom prst="roundRect">
              <a:avLst>
                <a:gd name="adj" fmla="val 16667"/>
              </a:avLst>
            </a:prstGeom>
            <a:solidFill>
              <a:srgbClr val="92D050"/>
            </a:solidFill>
            <a:ln w="9525" cap="flat" cmpd="sng">
              <a:solidFill>
                <a:srgbClr val="92D050"/>
              </a:solidFill>
              <a:prstDash val="solid"/>
              <a:round/>
              <a:headEnd type="none" w="sm" len="sm"/>
              <a:tailEnd type="none" w="sm" len="sm"/>
            </a:ln>
            <a:effectLst>
              <a:outerShdw blurRad="76200" sy="23000" kx="-1200090" algn="bl" rotWithShape="0">
                <a:srgbClr val="000000">
                  <a:alpha val="20000"/>
                </a:srgbClr>
              </a:outerShdw>
            </a:effectLst>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2400"/>
                <a:buFont typeface="Times"/>
                <a:buNone/>
              </a:pPr>
              <a:endParaRPr sz="2400" b="1" i="0" u="none" strike="noStrike" cap="none">
                <a:solidFill>
                  <a:srgbClr val="F8F8F8"/>
                </a:solidFill>
                <a:latin typeface="Calibri"/>
                <a:ea typeface="Calibri"/>
                <a:cs typeface="Calibri"/>
                <a:sym typeface="Calibri"/>
              </a:endParaRPr>
            </a:p>
          </p:txBody>
        </p:sp>
        <p:sp>
          <p:nvSpPr>
            <p:cNvPr id="124" name="Google Shape;124;p13"/>
            <p:cNvSpPr txBox="1"/>
            <p:nvPr/>
          </p:nvSpPr>
          <p:spPr>
            <a:xfrm>
              <a:off x="4464844" y="5833269"/>
              <a:ext cx="2024100" cy="2757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1200"/>
                <a:buFont typeface="Arial"/>
                <a:buNone/>
              </a:pPr>
              <a:r>
                <a:rPr lang="en-US" sz="1200" b="0" i="0" u="none">
                  <a:solidFill>
                    <a:schemeClr val="lt1"/>
                  </a:solidFill>
                  <a:latin typeface="Arial"/>
                  <a:ea typeface="Arial"/>
                  <a:cs typeface="Arial"/>
                  <a:sym typeface="Arial"/>
                </a:rPr>
                <a:t>Face-Track Matching</a:t>
              </a:r>
              <a:endParaRPr/>
            </a:p>
          </p:txBody>
        </p:sp>
      </p:grpSp>
      <p:grpSp>
        <p:nvGrpSpPr>
          <p:cNvPr id="125" name="Google Shape;125;p13"/>
          <p:cNvGrpSpPr/>
          <p:nvPr/>
        </p:nvGrpSpPr>
        <p:grpSpPr>
          <a:xfrm>
            <a:off x="3744912" y="5729287"/>
            <a:ext cx="381000" cy="228600"/>
            <a:chOff x="3745706" y="5806281"/>
            <a:chExt cx="381000" cy="228600"/>
          </a:xfrm>
        </p:grpSpPr>
        <p:sp>
          <p:nvSpPr>
            <p:cNvPr id="126" name="Google Shape;126;p13"/>
            <p:cNvSpPr/>
            <p:nvPr/>
          </p:nvSpPr>
          <p:spPr>
            <a:xfrm>
              <a:off x="3898106" y="5806281"/>
              <a:ext cx="228600" cy="228600"/>
            </a:xfrm>
            <a:prstGeom prst="chevron">
              <a:avLst>
                <a:gd name="adj" fmla="val 10800"/>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127" name="Google Shape;127;p13"/>
            <p:cNvSpPr/>
            <p:nvPr/>
          </p:nvSpPr>
          <p:spPr>
            <a:xfrm>
              <a:off x="3745706" y="5806281"/>
              <a:ext cx="228600" cy="228600"/>
            </a:xfrm>
            <a:prstGeom prst="chevron">
              <a:avLst>
                <a:gd name="adj" fmla="val 10800"/>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grpSp>
      <p:grpSp>
        <p:nvGrpSpPr>
          <p:cNvPr id="128" name="Google Shape;128;p13"/>
          <p:cNvGrpSpPr/>
          <p:nvPr/>
        </p:nvGrpSpPr>
        <p:grpSpPr>
          <a:xfrm>
            <a:off x="6869112" y="5729287"/>
            <a:ext cx="381000" cy="228600"/>
            <a:chOff x="3745706" y="5806281"/>
            <a:chExt cx="381000" cy="228600"/>
          </a:xfrm>
        </p:grpSpPr>
        <p:sp>
          <p:nvSpPr>
            <p:cNvPr id="129" name="Google Shape;129;p13"/>
            <p:cNvSpPr/>
            <p:nvPr/>
          </p:nvSpPr>
          <p:spPr>
            <a:xfrm>
              <a:off x="3898106" y="5806281"/>
              <a:ext cx="228600" cy="228600"/>
            </a:xfrm>
            <a:prstGeom prst="chevron">
              <a:avLst>
                <a:gd name="adj" fmla="val 10800"/>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130" name="Google Shape;130;p13"/>
            <p:cNvSpPr/>
            <p:nvPr/>
          </p:nvSpPr>
          <p:spPr>
            <a:xfrm>
              <a:off x="3745706" y="5806281"/>
              <a:ext cx="228600" cy="228600"/>
            </a:xfrm>
            <a:prstGeom prst="chevron">
              <a:avLst>
                <a:gd name="adj" fmla="val 10800"/>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grpSp>
      <p:grpSp>
        <p:nvGrpSpPr>
          <p:cNvPr id="131" name="Google Shape;131;p13"/>
          <p:cNvGrpSpPr/>
          <p:nvPr/>
        </p:nvGrpSpPr>
        <p:grpSpPr>
          <a:xfrm>
            <a:off x="4478337" y="6267450"/>
            <a:ext cx="2133600" cy="538200"/>
            <a:chOff x="4354513" y="6440488"/>
            <a:chExt cx="2133600" cy="538200"/>
          </a:xfrm>
        </p:grpSpPr>
        <p:sp>
          <p:nvSpPr>
            <p:cNvPr id="132" name="Google Shape;132;p13"/>
            <p:cNvSpPr/>
            <p:nvPr/>
          </p:nvSpPr>
          <p:spPr>
            <a:xfrm>
              <a:off x="4354513" y="6440488"/>
              <a:ext cx="2133600" cy="538200"/>
            </a:xfrm>
            <a:prstGeom prst="roundRect">
              <a:avLst>
                <a:gd name="adj" fmla="val 16667"/>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pic>
          <p:nvPicPr>
            <p:cNvPr id="133" name="Google Shape;133;p13" descr="G:\ICVS\CNNPMResult\22\001589.jpg"/>
            <p:cNvPicPr preferRelativeResize="0"/>
            <p:nvPr/>
          </p:nvPicPr>
          <p:blipFill rotWithShape="1">
            <a:blip r:embed="rId5">
              <a:alphaModFix/>
            </a:blip>
            <a:srcRect/>
            <a:stretch/>
          </p:blipFill>
          <p:spPr>
            <a:xfrm>
              <a:off x="6018213" y="6516728"/>
              <a:ext cx="376238" cy="376434"/>
            </a:xfrm>
            <a:prstGeom prst="rect">
              <a:avLst/>
            </a:prstGeom>
            <a:noFill/>
            <a:ln>
              <a:noFill/>
            </a:ln>
          </p:spPr>
        </p:pic>
        <p:pic>
          <p:nvPicPr>
            <p:cNvPr id="134" name="Google Shape;134;p13" descr="G:\ICVS\CNNPMResult\22\001603.jpg"/>
            <p:cNvPicPr preferRelativeResize="0"/>
            <p:nvPr/>
          </p:nvPicPr>
          <p:blipFill rotWithShape="1">
            <a:blip r:embed="rId6">
              <a:alphaModFix/>
            </a:blip>
            <a:srcRect/>
            <a:stretch/>
          </p:blipFill>
          <p:spPr>
            <a:xfrm>
              <a:off x="5599113" y="6516728"/>
              <a:ext cx="381001" cy="381199"/>
            </a:xfrm>
            <a:prstGeom prst="rect">
              <a:avLst/>
            </a:prstGeom>
            <a:noFill/>
            <a:ln>
              <a:noFill/>
            </a:ln>
          </p:spPr>
        </p:pic>
        <p:pic>
          <p:nvPicPr>
            <p:cNvPr id="135" name="Google Shape;135;p13" descr="G:\ICVS\CNNPMResult\22\001609.jpg"/>
            <p:cNvPicPr preferRelativeResize="0"/>
            <p:nvPr/>
          </p:nvPicPr>
          <p:blipFill rotWithShape="1">
            <a:blip r:embed="rId7">
              <a:alphaModFix/>
            </a:blip>
            <a:srcRect/>
            <a:stretch/>
          </p:blipFill>
          <p:spPr>
            <a:xfrm>
              <a:off x="5218113" y="6507198"/>
              <a:ext cx="371475" cy="371668"/>
            </a:xfrm>
            <a:prstGeom prst="rect">
              <a:avLst/>
            </a:prstGeom>
            <a:noFill/>
            <a:ln>
              <a:noFill/>
            </a:ln>
          </p:spPr>
        </p:pic>
        <p:pic>
          <p:nvPicPr>
            <p:cNvPr id="136" name="Google Shape;136;p13" descr="G:\ICVS\CNNPMResult\22\001613.jpg"/>
            <p:cNvPicPr preferRelativeResize="0"/>
            <p:nvPr/>
          </p:nvPicPr>
          <p:blipFill rotWithShape="1">
            <a:blip r:embed="rId8">
              <a:alphaModFix/>
            </a:blip>
            <a:srcRect/>
            <a:stretch/>
          </p:blipFill>
          <p:spPr>
            <a:xfrm>
              <a:off x="4802188" y="6492902"/>
              <a:ext cx="395288" cy="395494"/>
            </a:xfrm>
            <a:prstGeom prst="rect">
              <a:avLst/>
            </a:prstGeom>
            <a:noFill/>
            <a:ln>
              <a:noFill/>
            </a:ln>
          </p:spPr>
        </p:pic>
        <p:pic>
          <p:nvPicPr>
            <p:cNvPr id="137" name="Google Shape;137;p13" descr="G:\ICVS\CNNPMResult\22\001614.jpg"/>
            <p:cNvPicPr preferRelativeResize="0"/>
            <p:nvPr/>
          </p:nvPicPr>
          <p:blipFill rotWithShape="1">
            <a:blip r:embed="rId9">
              <a:alphaModFix/>
            </a:blip>
            <a:srcRect/>
            <a:stretch/>
          </p:blipFill>
          <p:spPr>
            <a:xfrm>
              <a:off x="4416425" y="6492902"/>
              <a:ext cx="376238" cy="376434"/>
            </a:xfrm>
            <a:prstGeom prst="rect">
              <a:avLst/>
            </a:prstGeom>
            <a:noFill/>
            <a:ln>
              <a:noFill/>
            </a:ln>
          </p:spPr>
        </p:pic>
      </p:grpSp>
      <p:sp>
        <p:nvSpPr>
          <p:cNvPr id="138" name="Google Shape;138;p13"/>
          <p:cNvSpPr txBox="1"/>
          <p:nvPr/>
        </p:nvSpPr>
        <p:spPr>
          <a:xfrm>
            <a:off x="4441825" y="6110287"/>
            <a:ext cx="9144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B4993"/>
              </a:buClr>
              <a:buSzPts val="800"/>
              <a:buFont typeface="Tahoma"/>
              <a:buNone/>
            </a:pPr>
            <a:r>
              <a:rPr lang="en-US" sz="800" b="1" i="0" u="none">
                <a:solidFill>
                  <a:srgbClr val="0B4993"/>
                </a:solidFill>
                <a:latin typeface="Tahoma"/>
                <a:ea typeface="Tahoma"/>
                <a:cs typeface="Tahoma"/>
                <a:sym typeface="Tahoma"/>
              </a:rPr>
              <a:t>Face-Track X</a:t>
            </a:r>
            <a:endParaRPr/>
          </a:p>
        </p:txBody>
      </p:sp>
      <p:grpSp>
        <p:nvGrpSpPr>
          <p:cNvPr id="139" name="Google Shape;139;p13"/>
          <p:cNvGrpSpPr/>
          <p:nvPr/>
        </p:nvGrpSpPr>
        <p:grpSpPr>
          <a:xfrm>
            <a:off x="4460734" y="6832584"/>
            <a:ext cx="2160633" cy="697057"/>
            <a:chOff x="4383881" y="6962437"/>
            <a:chExt cx="2161498" cy="696918"/>
          </a:xfrm>
        </p:grpSpPr>
        <p:grpSp>
          <p:nvGrpSpPr>
            <p:cNvPr id="140" name="Google Shape;140;p13"/>
            <p:cNvGrpSpPr/>
            <p:nvPr/>
          </p:nvGrpSpPr>
          <p:grpSpPr>
            <a:xfrm>
              <a:off x="4410879" y="7121155"/>
              <a:ext cx="2134500" cy="538200"/>
              <a:chOff x="4353729" y="7177197"/>
              <a:chExt cx="2134500" cy="538200"/>
            </a:xfrm>
          </p:grpSpPr>
          <p:sp>
            <p:nvSpPr>
              <p:cNvPr id="141" name="Google Shape;141;p13"/>
              <p:cNvSpPr/>
              <p:nvPr/>
            </p:nvSpPr>
            <p:spPr>
              <a:xfrm>
                <a:off x="4353729" y="7177197"/>
                <a:ext cx="2134500" cy="538200"/>
              </a:xfrm>
              <a:prstGeom prst="roundRect">
                <a:avLst>
                  <a:gd name="adj" fmla="val 16667"/>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pic>
            <p:nvPicPr>
              <p:cNvPr id="142" name="Google Shape;142;p13" descr="G:\ICVS\ABCPMResult\5\000994.jpg"/>
              <p:cNvPicPr preferRelativeResize="0"/>
              <p:nvPr/>
            </p:nvPicPr>
            <p:blipFill rotWithShape="1">
              <a:blip r:embed="rId10">
                <a:alphaModFix/>
              </a:blip>
              <a:srcRect/>
              <a:stretch/>
            </p:blipFill>
            <p:spPr>
              <a:xfrm>
                <a:off x="4414947" y="7257812"/>
                <a:ext cx="381000" cy="381198"/>
              </a:xfrm>
              <a:prstGeom prst="rect">
                <a:avLst/>
              </a:prstGeom>
              <a:noFill/>
              <a:ln>
                <a:noFill/>
              </a:ln>
            </p:spPr>
          </p:pic>
          <p:pic>
            <p:nvPicPr>
              <p:cNvPr id="143" name="Google Shape;143;p13" descr="G:\ICVS\ABCPMResult\5\000995.jpg"/>
              <p:cNvPicPr preferRelativeResize="0"/>
              <p:nvPr/>
            </p:nvPicPr>
            <p:blipFill rotWithShape="1">
              <a:blip r:embed="rId11">
                <a:alphaModFix/>
              </a:blip>
              <a:srcRect/>
              <a:stretch/>
            </p:blipFill>
            <p:spPr>
              <a:xfrm>
                <a:off x="4802517" y="7238752"/>
                <a:ext cx="400050" cy="400258"/>
              </a:xfrm>
              <a:prstGeom prst="rect">
                <a:avLst/>
              </a:prstGeom>
              <a:noFill/>
              <a:ln>
                <a:noFill/>
              </a:ln>
            </p:spPr>
          </p:pic>
          <p:pic>
            <p:nvPicPr>
              <p:cNvPr id="144" name="Google Shape;144;p13" descr="G:\ICVS\ABCPMResult\5\001029.jpg"/>
              <p:cNvPicPr preferRelativeResize="0"/>
              <p:nvPr/>
            </p:nvPicPr>
            <p:blipFill rotWithShape="1">
              <a:blip r:embed="rId12">
                <a:alphaModFix/>
              </a:blip>
              <a:srcRect/>
              <a:stretch/>
            </p:blipFill>
            <p:spPr>
              <a:xfrm>
                <a:off x="5230813" y="7219692"/>
                <a:ext cx="407743" cy="407955"/>
              </a:xfrm>
              <a:prstGeom prst="rect">
                <a:avLst/>
              </a:prstGeom>
              <a:noFill/>
              <a:ln>
                <a:noFill/>
              </a:ln>
            </p:spPr>
          </p:pic>
          <p:pic>
            <p:nvPicPr>
              <p:cNvPr id="145" name="Google Shape;145;p13" descr="G:\ICVS\ABCPMResult\5\001030.jpg"/>
              <p:cNvPicPr preferRelativeResize="0"/>
              <p:nvPr/>
            </p:nvPicPr>
            <p:blipFill rotWithShape="1">
              <a:blip r:embed="rId13">
                <a:alphaModFix/>
              </a:blip>
              <a:srcRect/>
              <a:stretch/>
            </p:blipFill>
            <p:spPr>
              <a:xfrm>
                <a:off x="5649913" y="7229222"/>
                <a:ext cx="407743" cy="407955"/>
              </a:xfrm>
              <a:prstGeom prst="rect">
                <a:avLst/>
              </a:prstGeom>
              <a:noFill/>
              <a:ln>
                <a:noFill/>
              </a:ln>
            </p:spPr>
          </p:pic>
          <p:pic>
            <p:nvPicPr>
              <p:cNvPr id="146" name="Google Shape;146;p13" descr="G:\ICVS\ABCPMResult\5\001038.jpg"/>
              <p:cNvPicPr preferRelativeResize="0"/>
              <p:nvPr/>
            </p:nvPicPr>
            <p:blipFill rotWithShape="1">
              <a:blip r:embed="rId14">
                <a:alphaModFix/>
              </a:blip>
              <a:srcRect/>
              <a:stretch/>
            </p:blipFill>
            <p:spPr>
              <a:xfrm>
                <a:off x="6020871" y="7257812"/>
                <a:ext cx="381000" cy="381198"/>
              </a:xfrm>
              <a:prstGeom prst="rect">
                <a:avLst/>
              </a:prstGeom>
              <a:noFill/>
              <a:ln>
                <a:noFill/>
              </a:ln>
            </p:spPr>
          </p:pic>
        </p:grpSp>
        <p:sp>
          <p:nvSpPr>
            <p:cNvPr id="147" name="Google Shape;147;p13"/>
            <p:cNvSpPr txBox="1"/>
            <p:nvPr/>
          </p:nvSpPr>
          <p:spPr>
            <a:xfrm>
              <a:off x="4383881" y="6962437"/>
              <a:ext cx="9144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B4993"/>
                </a:buClr>
                <a:buSzPts val="800"/>
                <a:buFont typeface="Tahoma"/>
                <a:buNone/>
              </a:pPr>
              <a:r>
                <a:rPr lang="en-US" sz="800" b="1" i="0" u="none">
                  <a:solidFill>
                    <a:srgbClr val="0B4993"/>
                  </a:solidFill>
                  <a:latin typeface="Tahoma"/>
                  <a:ea typeface="Tahoma"/>
                  <a:cs typeface="Tahoma"/>
                  <a:sym typeface="Tahoma"/>
                </a:rPr>
                <a:t>Face-Track Y</a:t>
              </a:r>
              <a:endParaRPr/>
            </a:p>
          </p:txBody>
        </p:sp>
      </p:grpSp>
      <p:grpSp>
        <p:nvGrpSpPr>
          <p:cNvPr id="148" name="Google Shape;148;p13"/>
          <p:cNvGrpSpPr/>
          <p:nvPr/>
        </p:nvGrpSpPr>
        <p:grpSpPr>
          <a:xfrm>
            <a:off x="4460734" y="7558165"/>
            <a:ext cx="2160633" cy="698423"/>
            <a:chOff x="4383881" y="7638712"/>
            <a:chExt cx="2161498" cy="697795"/>
          </a:xfrm>
        </p:grpSpPr>
        <p:grpSp>
          <p:nvGrpSpPr>
            <p:cNvPr id="149" name="Google Shape;149;p13"/>
            <p:cNvGrpSpPr/>
            <p:nvPr/>
          </p:nvGrpSpPr>
          <p:grpSpPr>
            <a:xfrm>
              <a:off x="4410879" y="7798907"/>
              <a:ext cx="2134500" cy="537600"/>
              <a:chOff x="5192722" y="7787959"/>
              <a:chExt cx="2134500" cy="537600"/>
            </a:xfrm>
          </p:grpSpPr>
          <p:sp>
            <p:nvSpPr>
              <p:cNvPr id="150" name="Google Shape;150;p13"/>
              <p:cNvSpPr/>
              <p:nvPr/>
            </p:nvSpPr>
            <p:spPr>
              <a:xfrm>
                <a:off x="5192722" y="7787959"/>
                <a:ext cx="2134500" cy="537600"/>
              </a:xfrm>
              <a:prstGeom prst="roundRect">
                <a:avLst>
                  <a:gd name="adj" fmla="val 16667"/>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pic>
            <p:nvPicPr>
              <p:cNvPr id="151" name="Google Shape;151;p13" descr="E:\SITIS\0204_Tracks\83\18675_12.jpg"/>
              <p:cNvPicPr preferRelativeResize="0"/>
              <p:nvPr/>
            </p:nvPicPr>
            <p:blipFill rotWithShape="1">
              <a:blip r:embed="rId15">
                <a:alphaModFix/>
              </a:blip>
              <a:srcRect/>
              <a:stretch/>
            </p:blipFill>
            <p:spPr>
              <a:xfrm>
                <a:off x="5812631" y="7863681"/>
                <a:ext cx="381000" cy="381000"/>
              </a:xfrm>
              <a:prstGeom prst="rect">
                <a:avLst/>
              </a:prstGeom>
              <a:noFill/>
              <a:ln>
                <a:noFill/>
              </a:ln>
            </p:spPr>
          </p:pic>
          <p:pic>
            <p:nvPicPr>
              <p:cNvPr id="152" name="Google Shape;152;p13" descr="E:\SITIS\0204_Tracks\83\18692_13.jpg"/>
              <p:cNvPicPr preferRelativeResize="0"/>
              <p:nvPr/>
            </p:nvPicPr>
            <p:blipFill rotWithShape="1">
              <a:blip r:embed="rId16">
                <a:alphaModFix/>
              </a:blip>
              <a:srcRect/>
              <a:stretch/>
            </p:blipFill>
            <p:spPr>
              <a:xfrm>
                <a:off x="5326856" y="7863681"/>
                <a:ext cx="381000" cy="381000"/>
              </a:xfrm>
              <a:prstGeom prst="rect">
                <a:avLst/>
              </a:prstGeom>
              <a:noFill/>
              <a:ln>
                <a:noFill/>
              </a:ln>
            </p:spPr>
          </p:pic>
          <p:pic>
            <p:nvPicPr>
              <p:cNvPr id="153" name="Google Shape;153;p13" descr="E:\SITIS\0204_Tracks\83\18579_13.jpg"/>
              <p:cNvPicPr preferRelativeResize="0"/>
              <p:nvPr/>
            </p:nvPicPr>
            <p:blipFill rotWithShape="1">
              <a:blip r:embed="rId17">
                <a:alphaModFix/>
              </a:blip>
              <a:srcRect/>
              <a:stretch/>
            </p:blipFill>
            <p:spPr>
              <a:xfrm>
                <a:off x="6784181" y="7863681"/>
                <a:ext cx="381000" cy="381000"/>
              </a:xfrm>
              <a:prstGeom prst="rect">
                <a:avLst/>
              </a:prstGeom>
              <a:noFill/>
              <a:ln>
                <a:noFill/>
              </a:ln>
            </p:spPr>
          </p:pic>
          <p:pic>
            <p:nvPicPr>
              <p:cNvPr id="154" name="Google Shape;154;p13" descr="E:\SITIS\0204_Tracks\83\18688_11.jpg"/>
              <p:cNvPicPr preferRelativeResize="0"/>
              <p:nvPr/>
            </p:nvPicPr>
            <p:blipFill rotWithShape="1">
              <a:blip r:embed="rId18">
                <a:alphaModFix/>
              </a:blip>
              <a:srcRect/>
              <a:stretch/>
            </p:blipFill>
            <p:spPr>
              <a:xfrm>
                <a:off x="6298406" y="7863682"/>
                <a:ext cx="381000" cy="381000"/>
              </a:xfrm>
              <a:prstGeom prst="rect">
                <a:avLst/>
              </a:prstGeom>
              <a:noFill/>
              <a:ln>
                <a:noFill/>
              </a:ln>
            </p:spPr>
          </p:pic>
        </p:grpSp>
        <p:sp>
          <p:nvSpPr>
            <p:cNvPr id="155" name="Google Shape;155;p13"/>
            <p:cNvSpPr txBox="1"/>
            <p:nvPr/>
          </p:nvSpPr>
          <p:spPr>
            <a:xfrm>
              <a:off x="4383881" y="7638712"/>
              <a:ext cx="9144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B4993"/>
                </a:buClr>
                <a:buSzPts val="800"/>
                <a:buFont typeface="Tahoma"/>
                <a:buNone/>
              </a:pPr>
              <a:r>
                <a:rPr lang="en-US" sz="800" b="1" i="0" u="none">
                  <a:solidFill>
                    <a:srgbClr val="0B4993"/>
                  </a:solidFill>
                  <a:latin typeface="Tahoma"/>
                  <a:ea typeface="Tahoma"/>
                  <a:cs typeface="Tahoma"/>
                  <a:sym typeface="Tahoma"/>
                </a:rPr>
                <a:t>Face-Track Z</a:t>
              </a:r>
              <a:endParaRPr/>
            </a:p>
          </p:txBody>
        </p:sp>
      </p:grpSp>
      <p:grpSp>
        <p:nvGrpSpPr>
          <p:cNvPr id="156" name="Google Shape;156;p13"/>
          <p:cNvGrpSpPr/>
          <p:nvPr/>
        </p:nvGrpSpPr>
        <p:grpSpPr>
          <a:xfrm>
            <a:off x="7478857" y="6880115"/>
            <a:ext cx="2162130" cy="696793"/>
            <a:chOff x="4383881" y="7638712"/>
            <a:chExt cx="2161265" cy="697770"/>
          </a:xfrm>
        </p:grpSpPr>
        <p:grpSp>
          <p:nvGrpSpPr>
            <p:cNvPr id="157" name="Google Shape;157;p13"/>
            <p:cNvGrpSpPr/>
            <p:nvPr/>
          </p:nvGrpSpPr>
          <p:grpSpPr>
            <a:xfrm>
              <a:off x="4412446" y="7797682"/>
              <a:ext cx="2132700" cy="538800"/>
              <a:chOff x="5194289" y="7786734"/>
              <a:chExt cx="2132700" cy="538800"/>
            </a:xfrm>
          </p:grpSpPr>
          <p:sp>
            <p:nvSpPr>
              <p:cNvPr id="158" name="Google Shape;158;p13"/>
              <p:cNvSpPr/>
              <p:nvPr/>
            </p:nvSpPr>
            <p:spPr>
              <a:xfrm>
                <a:off x="5194289" y="7786734"/>
                <a:ext cx="2132700" cy="538800"/>
              </a:xfrm>
              <a:prstGeom prst="roundRect">
                <a:avLst>
                  <a:gd name="adj" fmla="val 16667"/>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pic>
            <p:nvPicPr>
              <p:cNvPr id="159" name="Google Shape;159;p13" descr="E:\SITIS\0204_Tracks\83\18675_12.jpg"/>
              <p:cNvPicPr preferRelativeResize="0"/>
              <p:nvPr/>
            </p:nvPicPr>
            <p:blipFill rotWithShape="1">
              <a:blip r:embed="rId15">
                <a:alphaModFix/>
              </a:blip>
              <a:srcRect/>
              <a:stretch/>
            </p:blipFill>
            <p:spPr>
              <a:xfrm>
                <a:off x="5812631" y="7863681"/>
                <a:ext cx="381000" cy="381000"/>
              </a:xfrm>
              <a:prstGeom prst="rect">
                <a:avLst/>
              </a:prstGeom>
              <a:noFill/>
              <a:ln>
                <a:noFill/>
              </a:ln>
            </p:spPr>
          </p:pic>
          <p:pic>
            <p:nvPicPr>
              <p:cNvPr id="160" name="Google Shape;160;p13" descr="E:\SITIS\0204_Tracks\83\18692_13.jpg"/>
              <p:cNvPicPr preferRelativeResize="0"/>
              <p:nvPr/>
            </p:nvPicPr>
            <p:blipFill rotWithShape="1">
              <a:blip r:embed="rId16">
                <a:alphaModFix/>
              </a:blip>
              <a:srcRect/>
              <a:stretch/>
            </p:blipFill>
            <p:spPr>
              <a:xfrm>
                <a:off x="5326856" y="7863681"/>
                <a:ext cx="381000" cy="381000"/>
              </a:xfrm>
              <a:prstGeom prst="rect">
                <a:avLst/>
              </a:prstGeom>
              <a:noFill/>
              <a:ln>
                <a:noFill/>
              </a:ln>
            </p:spPr>
          </p:pic>
          <p:pic>
            <p:nvPicPr>
              <p:cNvPr id="161" name="Google Shape;161;p13" descr="E:\SITIS\0204_Tracks\83\18579_13.jpg"/>
              <p:cNvPicPr preferRelativeResize="0"/>
              <p:nvPr/>
            </p:nvPicPr>
            <p:blipFill rotWithShape="1">
              <a:blip r:embed="rId17">
                <a:alphaModFix/>
              </a:blip>
              <a:srcRect/>
              <a:stretch/>
            </p:blipFill>
            <p:spPr>
              <a:xfrm>
                <a:off x="6784181" y="7863681"/>
                <a:ext cx="381000" cy="381000"/>
              </a:xfrm>
              <a:prstGeom prst="rect">
                <a:avLst/>
              </a:prstGeom>
              <a:noFill/>
              <a:ln>
                <a:noFill/>
              </a:ln>
            </p:spPr>
          </p:pic>
          <p:pic>
            <p:nvPicPr>
              <p:cNvPr id="162" name="Google Shape;162;p13" descr="E:\SITIS\0204_Tracks\83\18688_11.jpg"/>
              <p:cNvPicPr preferRelativeResize="0"/>
              <p:nvPr/>
            </p:nvPicPr>
            <p:blipFill rotWithShape="1">
              <a:blip r:embed="rId18">
                <a:alphaModFix/>
              </a:blip>
              <a:srcRect/>
              <a:stretch/>
            </p:blipFill>
            <p:spPr>
              <a:xfrm>
                <a:off x="6298406" y="7863682"/>
                <a:ext cx="381000" cy="381000"/>
              </a:xfrm>
              <a:prstGeom prst="rect">
                <a:avLst/>
              </a:prstGeom>
              <a:noFill/>
              <a:ln>
                <a:noFill/>
              </a:ln>
            </p:spPr>
          </p:pic>
        </p:grpSp>
        <p:sp>
          <p:nvSpPr>
            <p:cNvPr id="163" name="Google Shape;163;p13"/>
            <p:cNvSpPr txBox="1"/>
            <p:nvPr/>
          </p:nvSpPr>
          <p:spPr>
            <a:xfrm>
              <a:off x="4383881" y="7638712"/>
              <a:ext cx="914400" cy="462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grpSp>
      <p:grpSp>
        <p:nvGrpSpPr>
          <p:cNvPr id="164" name="Google Shape;164;p13"/>
          <p:cNvGrpSpPr/>
          <p:nvPr/>
        </p:nvGrpSpPr>
        <p:grpSpPr>
          <a:xfrm>
            <a:off x="7469339" y="6273855"/>
            <a:ext cx="2171654" cy="693796"/>
            <a:chOff x="4364831" y="6301581"/>
            <a:chExt cx="2170786" cy="695047"/>
          </a:xfrm>
        </p:grpSpPr>
        <p:grpSp>
          <p:nvGrpSpPr>
            <p:cNvPr id="165" name="Google Shape;165;p13"/>
            <p:cNvGrpSpPr/>
            <p:nvPr/>
          </p:nvGrpSpPr>
          <p:grpSpPr>
            <a:xfrm>
              <a:off x="4402917" y="6459028"/>
              <a:ext cx="2132700" cy="537600"/>
              <a:chOff x="4355292" y="6441103"/>
              <a:chExt cx="2132700" cy="537600"/>
            </a:xfrm>
          </p:grpSpPr>
          <p:sp>
            <p:nvSpPr>
              <p:cNvPr id="166" name="Google Shape;166;p13"/>
              <p:cNvSpPr/>
              <p:nvPr/>
            </p:nvSpPr>
            <p:spPr>
              <a:xfrm>
                <a:off x="4355292" y="6441103"/>
                <a:ext cx="2132700" cy="537600"/>
              </a:xfrm>
              <a:prstGeom prst="roundRect">
                <a:avLst>
                  <a:gd name="adj" fmla="val 16667"/>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pic>
            <p:nvPicPr>
              <p:cNvPr id="167" name="Google Shape;167;p13" descr="G:\ICVS\CNNPMResult\22\001589.jpg"/>
              <p:cNvPicPr preferRelativeResize="0"/>
              <p:nvPr/>
            </p:nvPicPr>
            <p:blipFill rotWithShape="1">
              <a:blip r:embed="rId5">
                <a:alphaModFix/>
              </a:blip>
              <a:srcRect/>
              <a:stretch/>
            </p:blipFill>
            <p:spPr>
              <a:xfrm>
                <a:off x="6018213" y="6516728"/>
                <a:ext cx="376238" cy="376434"/>
              </a:xfrm>
              <a:prstGeom prst="rect">
                <a:avLst/>
              </a:prstGeom>
              <a:noFill/>
              <a:ln>
                <a:noFill/>
              </a:ln>
            </p:spPr>
          </p:pic>
          <p:pic>
            <p:nvPicPr>
              <p:cNvPr id="168" name="Google Shape;168;p13" descr="G:\ICVS\CNNPMResult\22\001603.jpg"/>
              <p:cNvPicPr preferRelativeResize="0"/>
              <p:nvPr/>
            </p:nvPicPr>
            <p:blipFill rotWithShape="1">
              <a:blip r:embed="rId6">
                <a:alphaModFix/>
              </a:blip>
              <a:srcRect/>
              <a:stretch/>
            </p:blipFill>
            <p:spPr>
              <a:xfrm>
                <a:off x="5599113" y="6516728"/>
                <a:ext cx="381001" cy="381199"/>
              </a:xfrm>
              <a:prstGeom prst="rect">
                <a:avLst/>
              </a:prstGeom>
              <a:noFill/>
              <a:ln>
                <a:noFill/>
              </a:ln>
            </p:spPr>
          </p:pic>
          <p:pic>
            <p:nvPicPr>
              <p:cNvPr id="169" name="Google Shape;169;p13" descr="G:\ICVS\CNNPMResult\22\001609.jpg"/>
              <p:cNvPicPr preferRelativeResize="0"/>
              <p:nvPr/>
            </p:nvPicPr>
            <p:blipFill rotWithShape="1">
              <a:blip r:embed="rId7">
                <a:alphaModFix/>
              </a:blip>
              <a:srcRect/>
              <a:stretch/>
            </p:blipFill>
            <p:spPr>
              <a:xfrm>
                <a:off x="5218113" y="6507198"/>
                <a:ext cx="371475" cy="371668"/>
              </a:xfrm>
              <a:prstGeom prst="rect">
                <a:avLst/>
              </a:prstGeom>
              <a:noFill/>
              <a:ln>
                <a:noFill/>
              </a:ln>
            </p:spPr>
          </p:pic>
          <p:pic>
            <p:nvPicPr>
              <p:cNvPr id="170" name="Google Shape;170;p13" descr="G:\ICVS\CNNPMResult\22\001613.jpg"/>
              <p:cNvPicPr preferRelativeResize="0"/>
              <p:nvPr/>
            </p:nvPicPr>
            <p:blipFill rotWithShape="1">
              <a:blip r:embed="rId8">
                <a:alphaModFix/>
              </a:blip>
              <a:srcRect/>
              <a:stretch/>
            </p:blipFill>
            <p:spPr>
              <a:xfrm>
                <a:off x="4802188" y="6492902"/>
                <a:ext cx="395288" cy="395494"/>
              </a:xfrm>
              <a:prstGeom prst="rect">
                <a:avLst/>
              </a:prstGeom>
              <a:noFill/>
              <a:ln>
                <a:noFill/>
              </a:ln>
            </p:spPr>
          </p:pic>
          <p:pic>
            <p:nvPicPr>
              <p:cNvPr id="171" name="Google Shape;171;p13" descr="G:\ICVS\CNNPMResult\22\001614.jpg"/>
              <p:cNvPicPr preferRelativeResize="0"/>
              <p:nvPr/>
            </p:nvPicPr>
            <p:blipFill rotWithShape="1">
              <a:blip r:embed="rId9">
                <a:alphaModFix/>
              </a:blip>
              <a:srcRect/>
              <a:stretch/>
            </p:blipFill>
            <p:spPr>
              <a:xfrm>
                <a:off x="4416425" y="6492902"/>
                <a:ext cx="376238" cy="376434"/>
              </a:xfrm>
              <a:prstGeom prst="rect">
                <a:avLst/>
              </a:prstGeom>
              <a:noFill/>
              <a:ln>
                <a:noFill/>
              </a:ln>
            </p:spPr>
          </p:pic>
        </p:grpSp>
        <p:sp>
          <p:nvSpPr>
            <p:cNvPr id="172" name="Google Shape;172;p13"/>
            <p:cNvSpPr txBox="1"/>
            <p:nvPr/>
          </p:nvSpPr>
          <p:spPr>
            <a:xfrm>
              <a:off x="4364831" y="6301581"/>
              <a:ext cx="914400" cy="462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grpSp>
      <p:grpSp>
        <p:nvGrpSpPr>
          <p:cNvPr id="173" name="Google Shape;173;p13"/>
          <p:cNvGrpSpPr/>
          <p:nvPr/>
        </p:nvGrpSpPr>
        <p:grpSpPr>
          <a:xfrm>
            <a:off x="7489684" y="7557915"/>
            <a:ext cx="2160633" cy="695217"/>
            <a:chOff x="4383881" y="6962437"/>
            <a:chExt cx="2161498" cy="696680"/>
          </a:xfrm>
        </p:grpSpPr>
        <p:grpSp>
          <p:nvGrpSpPr>
            <p:cNvPr id="174" name="Google Shape;174;p13"/>
            <p:cNvGrpSpPr/>
            <p:nvPr/>
          </p:nvGrpSpPr>
          <p:grpSpPr>
            <a:xfrm>
              <a:off x="4410879" y="7121517"/>
              <a:ext cx="2134500" cy="537600"/>
              <a:chOff x="4353729" y="7177559"/>
              <a:chExt cx="2134500" cy="537600"/>
            </a:xfrm>
          </p:grpSpPr>
          <p:sp>
            <p:nvSpPr>
              <p:cNvPr id="175" name="Google Shape;175;p13"/>
              <p:cNvSpPr/>
              <p:nvPr/>
            </p:nvSpPr>
            <p:spPr>
              <a:xfrm>
                <a:off x="4353729" y="7177559"/>
                <a:ext cx="2134500" cy="537600"/>
              </a:xfrm>
              <a:prstGeom prst="roundRect">
                <a:avLst>
                  <a:gd name="adj" fmla="val 16667"/>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pic>
            <p:nvPicPr>
              <p:cNvPr id="176" name="Google Shape;176;p13" descr="G:\ICVS\ABCPMResult\5\000994.jpg"/>
              <p:cNvPicPr preferRelativeResize="0"/>
              <p:nvPr/>
            </p:nvPicPr>
            <p:blipFill rotWithShape="1">
              <a:blip r:embed="rId10">
                <a:alphaModFix/>
              </a:blip>
              <a:srcRect/>
              <a:stretch/>
            </p:blipFill>
            <p:spPr>
              <a:xfrm>
                <a:off x="4414947" y="7257812"/>
                <a:ext cx="381000" cy="381198"/>
              </a:xfrm>
              <a:prstGeom prst="rect">
                <a:avLst/>
              </a:prstGeom>
              <a:noFill/>
              <a:ln>
                <a:noFill/>
              </a:ln>
            </p:spPr>
          </p:pic>
          <p:pic>
            <p:nvPicPr>
              <p:cNvPr id="177" name="Google Shape;177;p13" descr="G:\ICVS\ABCPMResult\5\000995.jpg"/>
              <p:cNvPicPr preferRelativeResize="0"/>
              <p:nvPr/>
            </p:nvPicPr>
            <p:blipFill rotWithShape="1">
              <a:blip r:embed="rId11">
                <a:alphaModFix/>
              </a:blip>
              <a:srcRect/>
              <a:stretch/>
            </p:blipFill>
            <p:spPr>
              <a:xfrm>
                <a:off x="4802517" y="7238752"/>
                <a:ext cx="400050" cy="400258"/>
              </a:xfrm>
              <a:prstGeom prst="rect">
                <a:avLst/>
              </a:prstGeom>
              <a:noFill/>
              <a:ln>
                <a:noFill/>
              </a:ln>
            </p:spPr>
          </p:pic>
          <p:pic>
            <p:nvPicPr>
              <p:cNvPr id="178" name="Google Shape;178;p13" descr="G:\ICVS\ABCPMResult\5\001029.jpg"/>
              <p:cNvPicPr preferRelativeResize="0"/>
              <p:nvPr/>
            </p:nvPicPr>
            <p:blipFill rotWithShape="1">
              <a:blip r:embed="rId12">
                <a:alphaModFix/>
              </a:blip>
              <a:srcRect/>
              <a:stretch/>
            </p:blipFill>
            <p:spPr>
              <a:xfrm>
                <a:off x="5230813" y="7219692"/>
                <a:ext cx="407743" cy="407955"/>
              </a:xfrm>
              <a:prstGeom prst="rect">
                <a:avLst/>
              </a:prstGeom>
              <a:noFill/>
              <a:ln>
                <a:noFill/>
              </a:ln>
            </p:spPr>
          </p:pic>
          <p:pic>
            <p:nvPicPr>
              <p:cNvPr id="179" name="Google Shape;179;p13" descr="G:\ICVS\ABCPMResult\5\001030.jpg"/>
              <p:cNvPicPr preferRelativeResize="0"/>
              <p:nvPr/>
            </p:nvPicPr>
            <p:blipFill rotWithShape="1">
              <a:blip r:embed="rId13">
                <a:alphaModFix/>
              </a:blip>
              <a:srcRect/>
              <a:stretch/>
            </p:blipFill>
            <p:spPr>
              <a:xfrm>
                <a:off x="5649913" y="7229222"/>
                <a:ext cx="407743" cy="407955"/>
              </a:xfrm>
              <a:prstGeom prst="rect">
                <a:avLst/>
              </a:prstGeom>
              <a:noFill/>
              <a:ln>
                <a:noFill/>
              </a:ln>
            </p:spPr>
          </p:pic>
          <p:pic>
            <p:nvPicPr>
              <p:cNvPr id="180" name="Google Shape;180;p13" descr="G:\ICVS\ABCPMResult\5\001038.jpg"/>
              <p:cNvPicPr preferRelativeResize="0"/>
              <p:nvPr/>
            </p:nvPicPr>
            <p:blipFill rotWithShape="1">
              <a:blip r:embed="rId14">
                <a:alphaModFix/>
              </a:blip>
              <a:srcRect/>
              <a:stretch/>
            </p:blipFill>
            <p:spPr>
              <a:xfrm>
                <a:off x="6020871" y="7257812"/>
                <a:ext cx="381000" cy="381198"/>
              </a:xfrm>
              <a:prstGeom prst="rect">
                <a:avLst/>
              </a:prstGeom>
              <a:noFill/>
              <a:ln>
                <a:noFill/>
              </a:ln>
            </p:spPr>
          </p:pic>
        </p:grpSp>
        <p:sp>
          <p:nvSpPr>
            <p:cNvPr id="181" name="Google Shape;181;p13"/>
            <p:cNvSpPr txBox="1"/>
            <p:nvPr/>
          </p:nvSpPr>
          <p:spPr>
            <a:xfrm>
              <a:off x="4383881" y="6962437"/>
              <a:ext cx="914400" cy="462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grpSp>
      <p:sp>
        <p:nvSpPr>
          <p:cNvPr id="182" name="Google Shape;182;p13"/>
          <p:cNvSpPr/>
          <p:nvPr/>
        </p:nvSpPr>
        <p:spPr>
          <a:xfrm>
            <a:off x="7440612" y="6110287"/>
            <a:ext cx="2286000" cy="228600"/>
          </a:xfrm>
          <a:prstGeom prst="roundRect">
            <a:avLst>
              <a:gd name="adj" fmla="val 16667"/>
            </a:avLst>
          </a:prstGeom>
          <a:solidFill>
            <a:schemeClr val="lt1"/>
          </a:solidFill>
          <a:ln w="9525"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183" name="Google Shape;183;p13"/>
          <p:cNvSpPr txBox="1"/>
          <p:nvPr/>
        </p:nvSpPr>
        <p:spPr>
          <a:xfrm>
            <a:off x="7431087" y="6134100"/>
            <a:ext cx="25908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C00000"/>
              </a:buClr>
              <a:buSzPts val="800"/>
              <a:buFont typeface="Tahoma"/>
              <a:buNone/>
            </a:pPr>
            <a:r>
              <a:rPr lang="en-US" sz="800" b="1" i="1" u="none">
                <a:solidFill>
                  <a:srgbClr val="C00000"/>
                </a:solidFill>
                <a:latin typeface="Tahoma"/>
                <a:ea typeface="Tahoma"/>
                <a:cs typeface="Tahoma"/>
                <a:sym typeface="Tahoma"/>
              </a:rPr>
              <a:t>Face-Track X and Z belong to one person</a:t>
            </a:r>
            <a:endParaRPr/>
          </a:p>
        </p:txBody>
      </p:sp>
      <p:grpSp>
        <p:nvGrpSpPr>
          <p:cNvPr id="184" name="Google Shape;184;p13"/>
          <p:cNvGrpSpPr/>
          <p:nvPr/>
        </p:nvGrpSpPr>
        <p:grpSpPr>
          <a:xfrm>
            <a:off x="785812" y="6186487"/>
            <a:ext cx="2883000" cy="622200"/>
            <a:chOff x="2297906" y="5730081"/>
            <a:chExt cx="2883000" cy="622200"/>
          </a:xfrm>
        </p:grpSpPr>
        <p:grpSp>
          <p:nvGrpSpPr>
            <p:cNvPr id="185" name="Google Shape;185;p13"/>
            <p:cNvGrpSpPr/>
            <p:nvPr/>
          </p:nvGrpSpPr>
          <p:grpSpPr>
            <a:xfrm>
              <a:off x="2297906" y="5730081"/>
              <a:ext cx="2883000" cy="622200"/>
              <a:chOff x="709613" y="6348413"/>
              <a:chExt cx="2883000" cy="622200"/>
            </a:xfrm>
          </p:grpSpPr>
          <p:sp>
            <p:nvSpPr>
              <p:cNvPr id="186" name="Google Shape;186;p13"/>
              <p:cNvSpPr txBox="1"/>
              <p:nvPr/>
            </p:nvSpPr>
            <p:spPr>
              <a:xfrm>
                <a:off x="709613" y="6348413"/>
                <a:ext cx="2883000" cy="622200"/>
              </a:xfrm>
              <a:prstGeom prst="rect">
                <a:avLst/>
              </a:prstGeom>
              <a:solidFill>
                <a:srgbClr val="66666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187" name="Google Shape;187;p13"/>
              <p:cNvSpPr/>
              <p:nvPr/>
            </p:nvSpPr>
            <p:spPr>
              <a:xfrm>
                <a:off x="746125" y="6886575"/>
                <a:ext cx="1779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188" name="Google Shape;188;p13"/>
              <p:cNvSpPr/>
              <p:nvPr/>
            </p:nvSpPr>
            <p:spPr>
              <a:xfrm>
                <a:off x="982663" y="6884988"/>
                <a:ext cx="1761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189" name="Google Shape;189;p13"/>
              <p:cNvSpPr/>
              <p:nvPr/>
            </p:nvSpPr>
            <p:spPr>
              <a:xfrm>
                <a:off x="1217613" y="6886575"/>
                <a:ext cx="1779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190" name="Google Shape;190;p13"/>
              <p:cNvSpPr/>
              <p:nvPr/>
            </p:nvSpPr>
            <p:spPr>
              <a:xfrm>
                <a:off x="1455738" y="6884988"/>
                <a:ext cx="1761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191" name="Google Shape;191;p13"/>
              <p:cNvSpPr/>
              <p:nvPr/>
            </p:nvSpPr>
            <p:spPr>
              <a:xfrm>
                <a:off x="1690688" y="6886575"/>
                <a:ext cx="1779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192" name="Google Shape;192;p13"/>
              <p:cNvSpPr/>
              <p:nvPr/>
            </p:nvSpPr>
            <p:spPr>
              <a:xfrm>
                <a:off x="1927225" y="6884988"/>
                <a:ext cx="1761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193" name="Google Shape;193;p13"/>
              <p:cNvSpPr/>
              <p:nvPr/>
            </p:nvSpPr>
            <p:spPr>
              <a:xfrm>
                <a:off x="2201863" y="6886575"/>
                <a:ext cx="1761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194" name="Google Shape;194;p13"/>
              <p:cNvSpPr/>
              <p:nvPr/>
            </p:nvSpPr>
            <p:spPr>
              <a:xfrm>
                <a:off x="2447925" y="6884988"/>
                <a:ext cx="1779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195" name="Google Shape;195;p13"/>
              <p:cNvSpPr/>
              <p:nvPr/>
            </p:nvSpPr>
            <p:spPr>
              <a:xfrm>
                <a:off x="2684463" y="6886575"/>
                <a:ext cx="1779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196" name="Google Shape;196;p13"/>
              <p:cNvSpPr/>
              <p:nvPr/>
            </p:nvSpPr>
            <p:spPr>
              <a:xfrm>
                <a:off x="2921000" y="6884988"/>
                <a:ext cx="1761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197" name="Google Shape;197;p13"/>
              <p:cNvSpPr/>
              <p:nvPr/>
            </p:nvSpPr>
            <p:spPr>
              <a:xfrm>
                <a:off x="3157538" y="6886575"/>
                <a:ext cx="1779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198" name="Google Shape;198;p13"/>
              <p:cNvSpPr/>
              <p:nvPr/>
            </p:nvSpPr>
            <p:spPr>
              <a:xfrm>
                <a:off x="3394075" y="6884988"/>
                <a:ext cx="1761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199" name="Google Shape;199;p13"/>
              <p:cNvSpPr/>
              <p:nvPr/>
            </p:nvSpPr>
            <p:spPr>
              <a:xfrm>
                <a:off x="754063" y="6367463"/>
                <a:ext cx="1761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00" name="Google Shape;200;p13"/>
              <p:cNvSpPr/>
              <p:nvPr/>
            </p:nvSpPr>
            <p:spPr>
              <a:xfrm>
                <a:off x="990600" y="6365875"/>
                <a:ext cx="1761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01" name="Google Shape;201;p13"/>
              <p:cNvSpPr/>
              <p:nvPr/>
            </p:nvSpPr>
            <p:spPr>
              <a:xfrm>
                <a:off x="1227138" y="6367463"/>
                <a:ext cx="1761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02" name="Google Shape;202;p13"/>
              <p:cNvSpPr/>
              <p:nvPr/>
            </p:nvSpPr>
            <p:spPr>
              <a:xfrm>
                <a:off x="1462088" y="6365875"/>
                <a:ext cx="1779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03" name="Google Shape;203;p13"/>
              <p:cNvSpPr/>
              <p:nvPr/>
            </p:nvSpPr>
            <p:spPr>
              <a:xfrm>
                <a:off x="1698625" y="6367463"/>
                <a:ext cx="1779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04" name="Google Shape;204;p13"/>
              <p:cNvSpPr/>
              <p:nvPr/>
            </p:nvSpPr>
            <p:spPr>
              <a:xfrm>
                <a:off x="1933575" y="6365875"/>
                <a:ext cx="1779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05" name="Google Shape;205;p13"/>
              <p:cNvSpPr/>
              <p:nvPr/>
            </p:nvSpPr>
            <p:spPr>
              <a:xfrm>
                <a:off x="2201863" y="6367463"/>
                <a:ext cx="1761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06" name="Google Shape;206;p13"/>
              <p:cNvSpPr/>
              <p:nvPr/>
            </p:nvSpPr>
            <p:spPr>
              <a:xfrm>
                <a:off x="2457450" y="6365875"/>
                <a:ext cx="1761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07" name="Google Shape;207;p13"/>
              <p:cNvSpPr/>
              <p:nvPr/>
            </p:nvSpPr>
            <p:spPr>
              <a:xfrm>
                <a:off x="2690813" y="6367463"/>
                <a:ext cx="1779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08" name="Google Shape;208;p13"/>
              <p:cNvSpPr/>
              <p:nvPr/>
            </p:nvSpPr>
            <p:spPr>
              <a:xfrm>
                <a:off x="2928938" y="6365875"/>
                <a:ext cx="1779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09" name="Google Shape;209;p13"/>
              <p:cNvSpPr/>
              <p:nvPr/>
            </p:nvSpPr>
            <p:spPr>
              <a:xfrm>
                <a:off x="3165475" y="6367463"/>
                <a:ext cx="1761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10" name="Google Shape;210;p13"/>
              <p:cNvSpPr/>
              <p:nvPr/>
            </p:nvSpPr>
            <p:spPr>
              <a:xfrm>
                <a:off x="3400425" y="6365875"/>
                <a:ext cx="1779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pic>
            <p:nvPicPr>
              <p:cNvPr id="211" name="Google Shape;211;p13" descr="G:\ICVS\CNNFrames\19980626_CNN\001588.jpg"/>
              <p:cNvPicPr preferRelativeResize="0"/>
              <p:nvPr/>
            </p:nvPicPr>
            <p:blipFill rotWithShape="1">
              <a:blip r:embed="rId19">
                <a:alphaModFix/>
              </a:blip>
              <a:srcRect/>
              <a:stretch/>
            </p:blipFill>
            <p:spPr>
              <a:xfrm>
                <a:off x="760190" y="6452045"/>
                <a:ext cx="539490" cy="414528"/>
              </a:xfrm>
              <a:prstGeom prst="rect">
                <a:avLst/>
              </a:prstGeom>
              <a:noFill/>
              <a:ln>
                <a:noFill/>
              </a:ln>
            </p:spPr>
          </p:pic>
          <p:pic>
            <p:nvPicPr>
              <p:cNvPr id="212" name="Google Shape;212;p13" descr="G:\ICVS\CNNFrames\19980626_CNN\001590.jpg"/>
              <p:cNvPicPr preferRelativeResize="0"/>
              <p:nvPr/>
            </p:nvPicPr>
            <p:blipFill rotWithShape="1">
              <a:blip r:embed="rId20">
                <a:alphaModFix/>
              </a:blip>
              <a:srcRect/>
              <a:stretch/>
            </p:blipFill>
            <p:spPr>
              <a:xfrm>
                <a:off x="1316539" y="6452045"/>
                <a:ext cx="539490" cy="414528"/>
              </a:xfrm>
              <a:prstGeom prst="rect">
                <a:avLst/>
              </a:prstGeom>
              <a:noFill/>
              <a:ln>
                <a:noFill/>
              </a:ln>
            </p:spPr>
          </p:pic>
          <p:pic>
            <p:nvPicPr>
              <p:cNvPr id="213" name="Google Shape;213;p13" descr="G:\ICVS\CNNFrames\19980626_CNN\001596.jpg"/>
              <p:cNvPicPr preferRelativeResize="0"/>
              <p:nvPr/>
            </p:nvPicPr>
            <p:blipFill rotWithShape="1">
              <a:blip r:embed="rId21">
                <a:alphaModFix/>
              </a:blip>
              <a:srcRect/>
              <a:stretch/>
            </p:blipFill>
            <p:spPr>
              <a:xfrm>
                <a:off x="2985587" y="6452045"/>
                <a:ext cx="539490" cy="414528"/>
              </a:xfrm>
              <a:prstGeom prst="rect">
                <a:avLst/>
              </a:prstGeom>
              <a:noFill/>
              <a:ln>
                <a:noFill/>
              </a:ln>
            </p:spPr>
          </p:pic>
          <p:pic>
            <p:nvPicPr>
              <p:cNvPr id="214" name="Google Shape;214;p13" descr="G:\ICVS\CNNFrames\19980626_CNN\001600.jpg"/>
              <p:cNvPicPr preferRelativeResize="0"/>
              <p:nvPr/>
            </p:nvPicPr>
            <p:blipFill rotWithShape="1">
              <a:blip r:embed="rId22">
                <a:alphaModFix/>
              </a:blip>
              <a:srcRect/>
              <a:stretch/>
            </p:blipFill>
            <p:spPr>
              <a:xfrm>
                <a:off x="2429238" y="6452045"/>
                <a:ext cx="539490" cy="414528"/>
              </a:xfrm>
              <a:prstGeom prst="rect">
                <a:avLst/>
              </a:prstGeom>
              <a:noFill/>
              <a:ln>
                <a:noFill/>
              </a:ln>
            </p:spPr>
          </p:pic>
          <p:pic>
            <p:nvPicPr>
              <p:cNvPr id="215" name="Google Shape;215;p13" descr="G:\ICVS\CNNFrames\19980626_CNN\001630.jpg"/>
              <p:cNvPicPr preferRelativeResize="0"/>
              <p:nvPr/>
            </p:nvPicPr>
            <p:blipFill rotWithShape="1">
              <a:blip r:embed="rId23">
                <a:alphaModFix/>
              </a:blip>
              <a:srcRect/>
              <a:stretch/>
            </p:blipFill>
            <p:spPr>
              <a:xfrm>
                <a:off x="1872888" y="6452045"/>
                <a:ext cx="539490" cy="414528"/>
              </a:xfrm>
              <a:prstGeom prst="rect">
                <a:avLst/>
              </a:prstGeom>
              <a:noFill/>
              <a:ln>
                <a:noFill/>
              </a:ln>
            </p:spPr>
          </p:pic>
        </p:grpSp>
        <p:sp>
          <p:nvSpPr>
            <p:cNvPr id="216" name="Google Shape;216;p13"/>
            <p:cNvSpPr txBox="1"/>
            <p:nvPr/>
          </p:nvSpPr>
          <p:spPr>
            <a:xfrm>
              <a:off x="2526506" y="5892006"/>
              <a:ext cx="192000" cy="192000"/>
            </a:xfrm>
            <a:prstGeom prst="rect">
              <a:avLst/>
            </a:prstGeom>
            <a:noFill/>
            <a:ln w="127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17" name="Google Shape;217;p13"/>
            <p:cNvSpPr txBox="1"/>
            <p:nvPr/>
          </p:nvSpPr>
          <p:spPr>
            <a:xfrm>
              <a:off x="3077432" y="5892006"/>
              <a:ext cx="192000" cy="192000"/>
            </a:xfrm>
            <a:prstGeom prst="rect">
              <a:avLst/>
            </a:prstGeom>
            <a:noFill/>
            <a:ln w="127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18" name="Google Shape;218;p13"/>
            <p:cNvSpPr txBox="1"/>
            <p:nvPr/>
          </p:nvSpPr>
          <p:spPr>
            <a:xfrm>
              <a:off x="3602831" y="5872956"/>
              <a:ext cx="192000" cy="192000"/>
            </a:xfrm>
            <a:prstGeom prst="rect">
              <a:avLst/>
            </a:prstGeom>
            <a:noFill/>
            <a:ln w="127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19" name="Google Shape;219;p13"/>
            <p:cNvSpPr txBox="1"/>
            <p:nvPr/>
          </p:nvSpPr>
          <p:spPr>
            <a:xfrm>
              <a:off x="4191857" y="5863431"/>
              <a:ext cx="192000" cy="192000"/>
            </a:xfrm>
            <a:prstGeom prst="rect">
              <a:avLst/>
            </a:prstGeom>
            <a:noFill/>
            <a:ln w="127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20" name="Google Shape;220;p13"/>
            <p:cNvSpPr txBox="1"/>
            <p:nvPr/>
          </p:nvSpPr>
          <p:spPr>
            <a:xfrm>
              <a:off x="4736306" y="5892006"/>
              <a:ext cx="192000" cy="192000"/>
            </a:xfrm>
            <a:prstGeom prst="rect">
              <a:avLst/>
            </a:prstGeom>
            <a:noFill/>
            <a:ln w="127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grpSp>
      <p:grpSp>
        <p:nvGrpSpPr>
          <p:cNvPr id="221" name="Google Shape;221;p13"/>
          <p:cNvGrpSpPr/>
          <p:nvPr/>
        </p:nvGrpSpPr>
        <p:grpSpPr>
          <a:xfrm>
            <a:off x="785812" y="6872287"/>
            <a:ext cx="2883000" cy="622200"/>
            <a:chOff x="2297906" y="6536531"/>
            <a:chExt cx="2883000" cy="622200"/>
          </a:xfrm>
        </p:grpSpPr>
        <p:grpSp>
          <p:nvGrpSpPr>
            <p:cNvPr id="222" name="Google Shape;222;p13"/>
            <p:cNvGrpSpPr/>
            <p:nvPr/>
          </p:nvGrpSpPr>
          <p:grpSpPr>
            <a:xfrm>
              <a:off x="2297906" y="6536531"/>
              <a:ext cx="2883000" cy="622200"/>
              <a:chOff x="709613" y="7021513"/>
              <a:chExt cx="2883000" cy="622200"/>
            </a:xfrm>
          </p:grpSpPr>
          <p:sp>
            <p:nvSpPr>
              <p:cNvPr id="223" name="Google Shape;223;p13"/>
              <p:cNvSpPr txBox="1"/>
              <p:nvPr/>
            </p:nvSpPr>
            <p:spPr>
              <a:xfrm>
                <a:off x="709613" y="7021513"/>
                <a:ext cx="2883000" cy="622200"/>
              </a:xfrm>
              <a:prstGeom prst="rect">
                <a:avLst/>
              </a:prstGeom>
              <a:solidFill>
                <a:srgbClr val="66666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24" name="Google Shape;224;p13"/>
              <p:cNvSpPr/>
              <p:nvPr/>
            </p:nvSpPr>
            <p:spPr>
              <a:xfrm>
                <a:off x="746125" y="7559675"/>
                <a:ext cx="1779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25" name="Google Shape;225;p13"/>
              <p:cNvSpPr/>
              <p:nvPr/>
            </p:nvSpPr>
            <p:spPr>
              <a:xfrm>
                <a:off x="982663" y="7558088"/>
                <a:ext cx="1761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26" name="Google Shape;226;p13"/>
              <p:cNvSpPr/>
              <p:nvPr/>
            </p:nvSpPr>
            <p:spPr>
              <a:xfrm>
                <a:off x="1217613" y="7559675"/>
                <a:ext cx="1779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27" name="Google Shape;227;p13"/>
              <p:cNvSpPr/>
              <p:nvPr/>
            </p:nvSpPr>
            <p:spPr>
              <a:xfrm>
                <a:off x="1455738" y="7558088"/>
                <a:ext cx="1761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28" name="Google Shape;228;p13"/>
              <p:cNvSpPr/>
              <p:nvPr/>
            </p:nvSpPr>
            <p:spPr>
              <a:xfrm>
                <a:off x="1690688" y="7559675"/>
                <a:ext cx="1779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29" name="Google Shape;229;p13"/>
              <p:cNvSpPr/>
              <p:nvPr/>
            </p:nvSpPr>
            <p:spPr>
              <a:xfrm>
                <a:off x="1927225" y="7558088"/>
                <a:ext cx="1761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30" name="Google Shape;230;p13"/>
              <p:cNvSpPr/>
              <p:nvPr/>
            </p:nvSpPr>
            <p:spPr>
              <a:xfrm>
                <a:off x="2201863" y="7559675"/>
                <a:ext cx="1761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31" name="Google Shape;231;p13"/>
              <p:cNvSpPr/>
              <p:nvPr/>
            </p:nvSpPr>
            <p:spPr>
              <a:xfrm>
                <a:off x="2447925" y="7558088"/>
                <a:ext cx="1779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32" name="Google Shape;232;p13"/>
              <p:cNvSpPr/>
              <p:nvPr/>
            </p:nvSpPr>
            <p:spPr>
              <a:xfrm>
                <a:off x="2684463" y="7559675"/>
                <a:ext cx="1779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33" name="Google Shape;233;p13"/>
              <p:cNvSpPr/>
              <p:nvPr/>
            </p:nvSpPr>
            <p:spPr>
              <a:xfrm>
                <a:off x="2921000" y="7558088"/>
                <a:ext cx="1761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34" name="Google Shape;234;p13"/>
              <p:cNvSpPr/>
              <p:nvPr/>
            </p:nvSpPr>
            <p:spPr>
              <a:xfrm>
                <a:off x="3157538" y="7559675"/>
                <a:ext cx="1779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35" name="Google Shape;235;p13"/>
              <p:cNvSpPr/>
              <p:nvPr/>
            </p:nvSpPr>
            <p:spPr>
              <a:xfrm>
                <a:off x="3394075" y="7558088"/>
                <a:ext cx="1761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36" name="Google Shape;236;p13"/>
              <p:cNvSpPr/>
              <p:nvPr/>
            </p:nvSpPr>
            <p:spPr>
              <a:xfrm>
                <a:off x="754063" y="7040563"/>
                <a:ext cx="1761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37" name="Google Shape;237;p13"/>
              <p:cNvSpPr/>
              <p:nvPr/>
            </p:nvSpPr>
            <p:spPr>
              <a:xfrm>
                <a:off x="990600" y="7038975"/>
                <a:ext cx="1761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38" name="Google Shape;238;p13"/>
              <p:cNvSpPr/>
              <p:nvPr/>
            </p:nvSpPr>
            <p:spPr>
              <a:xfrm>
                <a:off x="1227138" y="7040563"/>
                <a:ext cx="1761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39" name="Google Shape;239;p13"/>
              <p:cNvSpPr/>
              <p:nvPr/>
            </p:nvSpPr>
            <p:spPr>
              <a:xfrm>
                <a:off x="1462088" y="7038975"/>
                <a:ext cx="1779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40" name="Google Shape;240;p13"/>
              <p:cNvSpPr/>
              <p:nvPr/>
            </p:nvSpPr>
            <p:spPr>
              <a:xfrm>
                <a:off x="1698625" y="7040563"/>
                <a:ext cx="1779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41" name="Google Shape;241;p13"/>
              <p:cNvSpPr/>
              <p:nvPr/>
            </p:nvSpPr>
            <p:spPr>
              <a:xfrm>
                <a:off x="1933575" y="7038975"/>
                <a:ext cx="1779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42" name="Google Shape;242;p13"/>
              <p:cNvSpPr/>
              <p:nvPr/>
            </p:nvSpPr>
            <p:spPr>
              <a:xfrm>
                <a:off x="2201863" y="7040563"/>
                <a:ext cx="1761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43" name="Google Shape;243;p13"/>
              <p:cNvSpPr/>
              <p:nvPr/>
            </p:nvSpPr>
            <p:spPr>
              <a:xfrm>
                <a:off x="2457450" y="7038975"/>
                <a:ext cx="1761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44" name="Google Shape;244;p13"/>
              <p:cNvSpPr/>
              <p:nvPr/>
            </p:nvSpPr>
            <p:spPr>
              <a:xfrm>
                <a:off x="2690813" y="7040563"/>
                <a:ext cx="1779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45" name="Google Shape;245;p13"/>
              <p:cNvSpPr/>
              <p:nvPr/>
            </p:nvSpPr>
            <p:spPr>
              <a:xfrm>
                <a:off x="2928938" y="7038975"/>
                <a:ext cx="1779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46" name="Google Shape;246;p13"/>
              <p:cNvSpPr/>
              <p:nvPr/>
            </p:nvSpPr>
            <p:spPr>
              <a:xfrm>
                <a:off x="3165475" y="7040563"/>
                <a:ext cx="1761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47" name="Google Shape;247;p13"/>
              <p:cNvSpPr/>
              <p:nvPr/>
            </p:nvSpPr>
            <p:spPr>
              <a:xfrm>
                <a:off x="3400425" y="7038975"/>
                <a:ext cx="1779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pic>
            <p:nvPicPr>
              <p:cNvPr id="248" name="Google Shape;248;p13" descr="G:\ICVS\ABCFrames\19980610_ABC\001054.jpg"/>
              <p:cNvPicPr preferRelativeResize="0"/>
              <p:nvPr/>
            </p:nvPicPr>
            <p:blipFill rotWithShape="1">
              <a:blip r:embed="rId24">
                <a:alphaModFix/>
              </a:blip>
              <a:srcRect/>
              <a:stretch/>
            </p:blipFill>
            <p:spPr>
              <a:xfrm>
                <a:off x="2460848" y="7119176"/>
                <a:ext cx="556349" cy="427482"/>
              </a:xfrm>
              <a:prstGeom prst="rect">
                <a:avLst/>
              </a:prstGeom>
              <a:noFill/>
              <a:ln>
                <a:noFill/>
              </a:ln>
            </p:spPr>
          </p:pic>
          <p:pic>
            <p:nvPicPr>
              <p:cNvPr id="249" name="Google Shape;249;p13" descr="G:\ICVS\ABCFrames\19980610_ABC\001058.jpg"/>
              <p:cNvPicPr preferRelativeResize="0"/>
              <p:nvPr/>
            </p:nvPicPr>
            <p:blipFill rotWithShape="1">
              <a:blip r:embed="rId25">
                <a:alphaModFix/>
              </a:blip>
              <a:srcRect/>
              <a:stretch/>
            </p:blipFill>
            <p:spPr>
              <a:xfrm>
                <a:off x="3017197" y="7112699"/>
                <a:ext cx="556349" cy="427482"/>
              </a:xfrm>
              <a:prstGeom prst="rect">
                <a:avLst/>
              </a:prstGeom>
              <a:noFill/>
              <a:ln>
                <a:noFill/>
              </a:ln>
            </p:spPr>
          </p:pic>
          <p:pic>
            <p:nvPicPr>
              <p:cNvPr id="250" name="Google Shape;250;p13" descr="G:\ICVS\ABCFrames\19980610_ABC\001005.jpg"/>
              <p:cNvPicPr preferRelativeResize="0"/>
              <p:nvPr/>
            </p:nvPicPr>
            <p:blipFill rotWithShape="1">
              <a:blip r:embed="rId26">
                <a:alphaModFix/>
              </a:blip>
              <a:srcRect/>
              <a:stretch/>
            </p:blipFill>
            <p:spPr>
              <a:xfrm>
                <a:off x="747546" y="7119176"/>
                <a:ext cx="556349" cy="427482"/>
              </a:xfrm>
              <a:prstGeom prst="rect">
                <a:avLst/>
              </a:prstGeom>
              <a:noFill/>
              <a:ln>
                <a:noFill/>
              </a:ln>
            </p:spPr>
          </p:pic>
          <p:pic>
            <p:nvPicPr>
              <p:cNvPr id="251" name="Google Shape;251;p13" descr="G:\ICVS\ABCFrames\19980610_ABC\001012.jpg"/>
              <p:cNvPicPr preferRelativeResize="0"/>
              <p:nvPr/>
            </p:nvPicPr>
            <p:blipFill rotWithShape="1">
              <a:blip r:embed="rId27">
                <a:alphaModFix/>
              </a:blip>
              <a:srcRect/>
              <a:stretch/>
            </p:blipFill>
            <p:spPr>
              <a:xfrm>
                <a:off x="1316539" y="7125653"/>
                <a:ext cx="556349" cy="427482"/>
              </a:xfrm>
              <a:prstGeom prst="rect">
                <a:avLst/>
              </a:prstGeom>
              <a:noFill/>
              <a:ln>
                <a:noFill/>
              </a:ln>
            </p:spPr>
          </p:pic>
          <p:pic>
            <p:nvPicPr>
              <p:cNvPr id="252" name="Google Shape;252;p13" descr="G:\ICVS\ABCFrames\19980610_ABC\001022.jpg"/>
              <p:cNvPicPr preferRelativeResize="0"/>
              <p:nvPr/>
            </p:nvPicPr>
            <p:blipFill rotWithShape="1">
              <a:blip r:embed="rId28">
                <a:alphaModFix/>
              </a:blip>
              <a:srcRect/>
              <a:stretch/>
            </p:blipFill>
            <p:spPr>
              <a:xfrm>
                <a:off x="1889748" y="7112699"/>
                <a:ext cx="556349" cy="427482"/>
              </a:xfrm>
              <a:prstGeom prst="rect">
                <a:avLst/>
              </a:prstGeom>
              <a:noFill/>
              <a:ln>
                <a:noFill/>
              </a:ln>
            </p:spPr>
          </p:pic>
        </p:grpSp>
        <p:sp>
          <p:nvSpPr>
            <p:cNvPr id="253" name="Google Shape;253;p13"/>
            <p:cNvSpPr txBox="1"/>
            <p:nvPr/>
          </p:nvSpPr>
          <p:spPr>
            <a:xfrm>
              <a:off x="2503646" y="6673056"/>
              <a:ext cx="118800" cy="118800"/>
            </a:xfrm>
            <a:prstGeom prst="rect">
              <a:avLst/>
            </a:prstGeom>
            <a:noFill/>
            <a:ln w="127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54" name="Google Shape;254;p13"/>
            <p:cNvSpPr txBox="1"/>
            <p:nvPr/>
          </p:nvSpPr>
          <p:spPr>
            <a:xfrm>
              <a:off x="3069431" y="6682581"/>
              <a:ext cx="118800" cy="118800"/>
            </a:xfrm>
            <a:prstGeom prst="rect">
              <a:avLst/>
            </a:prstGeom>
            <a:noFill/>
            <a:ln w="127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55" name="Google Shape;255;p13"/>
            <p:cNvSpPr txBox="1"/>
            <p:nvPr/>
          </p:nvSpPr>
          <p:spPr>
            <a:xfrm>
              <a:off x="3645884" y="6663531"/>
              <a:ext cx="118800" cy="118800"/>
            </a:xfrm>
            <a:prstGeom prst="rect">
              <a:avLst/>
            </a:prstGeom>
            <a:noFill/>
            <a:ln w="127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56" name="Google Shape;256;p13"/>
            <p:cNvSpPr txBox="1"/>
            <p:nvPr/>
          </p:nvSpPr>
          <p:spPr>
            <a:xfrm>
              <a:off x="4202906" y="6673056"/>
              <a:ext cx="118800" cy="118800"/>
            </a:xfrm>
            <a:prstGeom prst="rect">
              <a:avLst/>
            </a:prstGeom>
            <a:noFill/>
            <a:ln w="127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57" name="Google Shape;257;p13"/>
            <p:cNvSpPr txBox="1"/>
            <p:nvPr/>
          </p:nvSpPr>
          <p:spPr>
            <a:xfrm>
              <a:off x="4769834" y="6663531"/>
              <a:ext cx="118800" cy="118800"/>
            </a:xfrm>
            <a:prstGeom prst="rect">
              <a:avLst/>
            </a:prstGeom>
            <a:noFill/>
            <a:ln w="127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grpSp>
      <p:grpSp>
        <p:nvGrpSpPr>
          <p:cNvPr id="258" name="Google Shape;258;p13"/>
          <p:cNvGrpSpPr/>
          <p:nvPr/>
        </p:nvGrpSpPr>
        <p:grpSpPr>
          <a:xfrm>
            <a:off x="792128" y="7634287"/>
            <a:ext cx="2876451" cy="622200"/>
            <a:chOff x="2304222" y="7336631"/>
            <a:chExt cx="2876451" cy="622200"/>
          </a:xfrm>
        </p:grpSpPr>
        <p:grpSp>
          <p:nvGrpSpPr>
            <p:cNvPr id="259" name="Google Shape;259;p13"/>
            <p:cNvGrpSpPr/>
            <p:nvPr/>
          </p:nvGrpSpPr>
          <p:grpSpPr>
            <a:xfrm>
              <a:off x="2304222" y="7336631"/>
              <a:ext cx="2876451" cy="622200"/>
              <a:chOff x="1078706" y="7939881"/>
              <a:chExt cx="3124200" cy="622200"/>
            </a:xfrm>
          </p:grpSpPr>
          <p:sp>
            <p:nvSpPr>
              <p:cNvPr id="260" name="Google Shape;260;p13"/>
              <p:cNvSpPr txBox="1"/>
              <p:nvPr/>
            </p:nvSpPr>
            <p:spPr>
              <a:xfrm>
                <a:off x="1078706" y="7939881"/>
                <a:ext cx="3124200" cy="622200"/>
              </a:xfrm>
              <a:prstGeom prst="rect">
                <a:avLst/>
              </a:prstGeom>
              <a:solidFill>
                <a:srgbClr val="66666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61" name="Google Shape;261;p13"/>
              <p:cNvSpPr/>
              <p:nvPr/>
            </p:nvSpPr>
            <p:spPr>
              <a:xfrm>
                <a:off x="1118361" y="8478043"/>
                <a:ext cx="1914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62" name="Google Shape;262;p13"/>
              <p:cNvSpPr/>
              <p:nvPr/>
            </p:nvSpPr>
            <p:spPr>
              <a:xfrm>
                <a:off x="1373539" y="8476456"/>
                <a:ext cx="1932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63" name="Google Shape;263;p13"/>
              <p:cNvSpPr/>
              <p:nvPr/>
            </p:nvSpPr>
            <p:spPr>
              <a:xfrm>
                <a:off x="1628716" y="8478043"/>
                <a:ext cx="1932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64" name="Google Shape;264;p13"/>
              <p:cNvSpPr/>
              <p:nvPr/>
            </p:nvSpPr>
            <p:spPr>
              <a:xfrm>
                <a:off x="1887342" y="8476456"/>
                <a:ext cx="1914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65" name="Google Shape;265;p13"/>
              <p:cNvSpPr/>
              <p:nvPr/>
            </p:nvSpPr>
            <p:spPr>
              <a:xfrm>
                <a:off x="2142520" y="8478043"/>
                <a:ext cx="1914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66" name="Google Shape;266;p13"/>
              <p:cNvSpPr/>
              <p:nvPr/>
            </p:nvSpPr>
            <p:spPr>
              <a:xfrm>
                <a:off x="2397697" y="8476456"/>
                <a:ext cx="1932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67" name="Google Shape;267;p13"/>
              <p:cNvSpPr/>
              <p:nvPr/>
            </p:nvSpPr>
            <p:spPr>
              <a:xfrm>
                <a:off x="2695980" y="8478043"/>
                <a:ext cx="1914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68" name="Google Shape;268;p13"/>
              <p:cNvSpPr/>
              <p:nvPr/>
            </p:nvSpPr>
            <p:spPr>
              <a:xfrm>
                <a:off x="2963226" y="8476456"/>
                <a:ext cx="1914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69" name="Google Shape;269;p13"/>
              <p:cNvSpPr/>
              <p:nvPr/>
            </p:nvSpPr>
            <p:spPr>
              <a:xfrm>
                <a:off x="3218403" y="8478043"/>
                <a:ext cx="1932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70" name="Google Shape;270;p13"/>
              <p:cNvSpPr/>
              <p:nvPr/>
            </p:nvSpPr>
            <p:spPr>
              <a:xfrm>
                <a:off x="3475305" y="8476456"/>
                <a:ext cx="1914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71" name="Google Shape;271;p13"/>
              <p:cNvSpPr/>
              <p:nvPr/>
            </p:nvSpPr>
            <p:spPr>
              <a:xfrm>
                <a:off x="3732206" y="8478043"/>
                <a:ext cx="1914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72" name="Google Shape;272;p13"/>
              <p:cNvSpPr/>
              <p:nvPr/>
            </p:nvSpPr>
            <p:spPr>
              <a:xfrm>
                <a:off x="3987384" y="8476456"/>
                <a:ext cx="1914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73" name="Google Shape;273;p13"/>
              <p:cNvSpPr/>
              <p:nvPr/>
            </p:nvSpPr>
            <p:spPr>
              <a:xfrm>
                <a:off x="1126983" y="7958931"/>
                <a:ext cx="1914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74" name="Google Shape;274;p13"/>
              <p:cNvSpPr/>
              <p:nvPr/>
            </p:nvSpPr>
            <p:spPr>
              <a:xfrm>
                <a:off x="1383884" y="7957343"/>
                <a:ext cx="1896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75" name="Google Shape;275;p13"/>
              <p:cNvSpPr/>
              <p:nvPr/>
            </p:nvSpPr>
            <p:spPr>
              <a:xfrm>
                <a:off x="1639061" y="7958931"/>
                <a:ext cx="1914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76" name="Google Shape;276;p13"/>
              <p:cNvSpPr/>
              <p:nvPr/>
            </p:nvSpPr>
            <p:spPr>
              <a:xfrm>
                <a:off x="1894239" y="7957343"/>
                <a:ext cx="1932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77" name="Google Shape;277;p13"/>
              <p:cNvSpPr/>
              <p:nvPr/>
            </p:nvSpPr>
            <p:spPr>
              <a:xfrm>
                <a:off x="2149416" y="7958931"/>
                <a:ext cx="1932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78" name="Google Shape;278;p13"/>
              <p:cNvSpPr/>
              <p:nvPr/>
            </p:nvSpPr>
            <p:spPr>
              <a:xfrm>
                <a:off x="2406319" y="7957343"/>
                <a:ext cx="1914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79" name="Google Shape;279;p13"/>
              <p:cNvSpPr/>
              <p:nvPr/>
            </p:nvSpPr>
            <p:spPr>
              <a:xfrm>
                <a:off x="2695980" y="7958931"/>
                <a:ext cx="1914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80" name="Google Shape;280;p13"/>
              <p:cNvSpPr/>
              <p:nvPr/>
            </p:nvSpPr>
            <p:spPr>
              <a:xfrm>
                <a:off x="2971847" y="7957343"/>
                <a:ext cx="1914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81" name="Google Shape;281;p13"/>
              <p:cNvSpPr/>
              <p:nvPr/>
            </p:nvSpPr>
            <p:spPr>
              <a:xfrm>
                <a:off x="3227025" y="7958931"/>
                <a:ext cx="1914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82" name="Google Shape;282;p13"/>
              <p:cNvSpPr/>
              <p:nvPr/>
            </p:nvSpPr>
            <p:spPr>
              <a:xfrm>
                <a:off x="3483926" y="7957343"/>
                <a:ext cx="1914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83" name="Google Shape;283;p13"/>
              <p:cNvSpPr/>
              <p:nvPr/>
            </p:nvSpPr>
            <p:spPr>
              <a:xfrm>
                <a:off x="3739103" y="7958931"/>
                <a:ext cx="1932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84" name="Google Shape;284;p13"/>
              <p:cNvSpPr/>
              <p:nvPr/>
            </p:nvSpPr>
            <p:spPr>
              <a:xfrm>
                <a:off x="3994281" y="7957343"/>
                <a:ext cx="193200" cy="651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pic>
            <p:nvPicPr>
              <p:cNvPr id="285" name="Google Shape;285;p13"/>
              <p:cNvPicPr preferRelativeResize="0"/>
              <p:nvPr/>
            </p:nvPicPr>
            <p:blipFill rotWithShape="1">
              <a:blip r:embed="rId29">
                <a:alphaModFix/>
              </a:blip>
              <a:srcRect/>
              <a:stretch/>
            </p:blipFill>
            <p:spPr>
              <a:xfrm>
                <a:off x="1129507" y="8041481"/>
                <a:ext cx="304800" cy="418979"/>
              </a:xfrm>
              <a:prstGeom prst="rect">
                <a:avLst/>
              </a:prstGeom>
              <a:noFill/>
              <a:ln>
                <a:noFill/>
              </a:ln>
            </p:spPr>
          </p:pic>
          <p:pic>
            <p:nvPicPr>
              <p:cNvPr id="286" name="Google Shape;286;p13" descr="C:\Documents and Settings\Sheetal\デスクトップ\Images SITIS\clin3.png"/>
              <p:cNvPicPr preferRelativeResize="0"/>
              <p:nvPr/>
            </p:nvPicPr>
            <p:blipFill rotWithShape="1">
              <a:blip r:embed="rId30">
                <a:alphaModFix/>
              </a:blip>
              <a:srcRect/>
              <a:stretch/>
            </p:blipFill>
            <p:spPr>
              <a:xfrm>
                <a:off x="2702010" y="8039675"/>
                <a:ext cx="605546" cy="419745"/>
              </a:xfrm>
              <a:prstGeom prst="rect">
                <a:avLst/>
              </a:prstGeom>
              <a:noFill/>
              <a:ln>
                <a:noFill/>
              </a:ln>
            </p:spPr>
          </p:pic>
          <p:pic>
            <p:nvPicPr>
              <p:cNvPr id="287" name="Google Shape;287;p13" descr="C:\Documents and Settings\Sheetal\デスクトップ\Images SITIS\clin7.png"/>
              <p:cNvPicPr preferRelativeResize="0"/>
              <p:nvPr/>
            </p:nvPicPr>
            <p:blipFill rotWithShape="1">
              <a:blip r:embed="rId31">
                <a:alphaModFix/>
              </a:blip>
              <a:srcRect/>
              <a:stretch/>
            </p:blipFill>
            <p:spPr>
              <a:xfrm>
                <a:off x="1445417" y="8041481"/>
                <a:ext cx="609600" cy="422555"/>
              </a:xfrm>
              <a:prstGeom prst="rect">
                <a:avLst/>
              </a:prstGeom>
              <a:noFill/>
              <a:ln>
                <a:noFill/>
              </a:ln>
            </p:spPr>
          </p:pic>
          <p:pic>
            <p:nvPicPr>
              <p:cNvPr id="288" name="Google Shape;288;p13"/>
              <p:cNvPicPr preferRelativeResize="0"/>
              <p:nvPr/>
            </p:nvPicPr>
            <p:blipFill rotWithShape="1">
              <a:blip r:embed="rId32">
                <a:alphaModFix/>
              </a:blip>
              <a:srcRect/>
              <a:stretch/>
            </p:blipFill>
            <p:spPr>
              <a:xfrm>
                <a:off x="3960017" y="8039896"/>
                <a:ext cx="190967" cy="420624"/>
              </a:xfrm>
              <a:prstGeom prst="rect">
                <a:avLst/>
              </a:prstGeom>
              <a:noFill/>
              <a:ln>
                <a:noFill/>
              </a:ln>
            </p:spPr>
          </p:pic>
          <p:pic>
            <p:nvPicPr>
              <p:cNvPr id="289" name="Google Shape;289;p13" descr="C:\Documents and Settings\Sheetal\デスクトップ\Images SITIS\clin2.png"/>
              <p:cNvPicPr preferRelativeResize="0"/>
              <p:nvPr/>
            </p:nvPicPr>
            <p:blipFill rotWithShape="1">
              <a:blip r:embed="rId33">
                <a:alphaModFix/>
              </a:blip>
              <a:srcRect/>
              <a:stretch/>
            </p:blipFill>
            <p:spPr>
              <a:xfrm>
                <a:off x="2078831" y="8041201"/>
                <a:ext cx="609600" cy="422555"/>
              </a:xfrm>
              <a:prstGeom prst="rect">
                <a:avLst/>
              </a:prstGeom>
              <a:noFill/>
              <a:ln>
                <a:noFill/>
              </a:ln>
            </p:spPr>
          </p:pic>
          <p:pic>
            <p:nvPicPr>
              <p:cNvPr id="290" name="Google Shape;290;p13" descr="C:\Documents and Settings\Sheetal\デスクトップ\Images SITIS\clin1.png"/>
              <p:cNvPicPr preferRelativeResize="0"/>
              <p:nvPr/>
            </p:nvPicPr>
            <p:blipFill rotWithShape="1">
              <a:blip r:embed="rId34">
                <a:alphaModFix/>
              </a:blip>
              <a:srcRect/>
              <a:stretch/>
            </p:blipFill>
            <p:spPr>
              <a:xfrm>
                <a:off x="3326607" y="8035131"/>
                <a:ext cx="609600" cy="422555"/>
              </a:xfrm>
              <a:prstGeom prst="rect">
                <a:avLst/>
              </a:prstGeom>
              <a:noFill/>
              <a:ln>
                <a:noFill/>
              </a:ln>
            </p:spPr>
          </p:pic>
        </p:grpSp>
        <p:sp>
          <p:nvSpPr>
            <p:cNvPr id="291" name="Google Shape;291;p13"/>
            <p:cNvSpPr txBox="1"/>
            <p:nvPr/>
          </p:nvSpPr>
          <p:spPr>
            <a:xfrm>
              <a:off x="2839307" y="7473156"/>
              <a:ext cx="228600" cy="228600"/>
            </a:xfrm>
            <a:prstGeom prst="rect">
              <a:avLst/>
            </a:prstGeom>
            <a:noFill/>
            <a:ln w="127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92" name="Google Shape;292;p13"/>
            <p:cNvSpPr txBox="1"/>
            <p:nvPr/>
          </p:nvSpPr>
          <p:spPr>
            <a:xfrm>
              <a:off x="3412331" y="7511256"/>
              <a:ext cx="228600" cy="228600"/>
            </a:xfrm>
            <a:prstGeom prst="rect">
              <a:avLst/>
            </a:prstGeom>
            <a:noFill/>
            <a:ln w="127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93" name="Google Shape;293;p13"/>
            <p:cNvSpPr txBox="1"/>
            <p:nvPr/>
          </p:nvSpPr>
          <p:spPr>
            <a:xfrm>
              <a:off x="4050506" y="7473156"/>
              <a:ext cx="228600" cy="228600"/>
            </a:xfrm>
            <a:prstGeom prst="rect">
              <a:avLst/>
            </a:prstGeom>
            <a:noFill/>
            <a:ln w="127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94" name="Google Shape;294;p13"/>
            <p:cNvSpPr txBox="1"/>
            <p:nvPr/>
          </p:nvSpPr>
          <p:spPr>
            <a:xfrm>
              <a:off x="4536281" y="7501731"/>
              <a:ext cx="228600" cy="228600"/>
            </a:xfrm>
            <a:prstGeom prst="rect">
              <a:avLst/>
            </a:prstGeom>
            <a:noFill/>
            <a:ln w="127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grpSp>
      <p:grpSp>
        <p:nvGrpSpPr>
          <p:cNvPr id="295" name="Google Shape;295;p13"/>
          <p:cNvGrpSpPr/>
          <p:nvPr/>
        </p:nvGrpSpPr>
        <p:grpSpPr>
          <a:xfrm>
            <a:off x="7097880" y="12180887"/>
            <a:ext cx="2895618" cy="1295400"/>
            <a:chOff x="3898106" y="10606881"/>
            <a:chExt cx="2731200" cy="1219200"/>
          </a:xfrm>
        </p:grpSpPr>
        <p:sp>
          <p:nvSpPr>
            <p:cNvPr id="296" name="Google Shape;296;p13"/>
            <p:cNvSpPr txBox="1"/>
            <p:nvPr/>
          </p:nvSpPr>
          <p:spPr>
            <a:xfrm>
              <a:off x="3898106" y="10606881"/>
              <a:ext cx="2731200" cy="1219200"/>
            </a:xfrm>
            <a:prstGeom prst="rect">
              <a:avLst/>
            </a:prstGeom>
            <a:solidFill>
              <a:srgbClr val="66666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grpSp>
          <p:nvGrpSpPr>
            <p:cNvPr id="297" name="Google Shape;297;p13"/>
            <p:cNvGrpSpPr/>
            <p:nvPr/>
          </p:nvGrpSpPr>
          <p:grpSpPr>
            <a:xfrm>
              <a:off x="3980298" y="10642740"/>
              <a:ext cx="2569601" cy="1132517"/>
              <a:chOff x="3980298" y="10642740"/>
              <a:chExt cx="2569601" cy="1132517"/>
            </a:xfrm>
          </p:grpSpPr>
          <p:grpSp>
            <p:nvGrpSpPr>
              <p:cNvPr id="298" name="Google Shape;298;p13"/>
              <p:cNvGrpSpPr/>
              <p:nvPr/>
            </p:nvGrpSpPr>
            <p:grpSpPr>
              <a:xfrm>
                <a:off x="3992444" y="11702069"/>
                <a:ext cx="2557455" cy="73188"/>
                <a:chOff x="3992444" y="11702069"/>
                <a:chExt cx="2557455" cy="73188"/>
              </a:xfrm>
            </p:grpSpPr>
            <p:sp>
              <p:nvSpPr>
                <p:cNvPr id="299" name="Google Shape;299;p13"/>
                <p:cNvSpPr/>
                <p:nvPr/>
              </p:nvSpPr>
              <p:spPr>
                <a:xfrm>
                  <a:off x="6040914" y="11703564"/>
                  <a:ext cx="94200" cy="702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300" name="Google Shape;300;p13"/>
                <p:cNvSpPr/>
                <p:nvPr/>
              </p:nvSpPr>
              <p:spPr>
                <a:xfrm>
                  <a:off x="6244563" y="11703564"/>
                  <a:ext cx="94200" cy="702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301" name="Google Shape;301;p13"/>
                <p:cNvSpPr/>
                <p:nvPr/>
              </p:nvSpPr>
              <p:spPr>
                <a:xfrm>
                  <a:off x="6455699" y="11703564"/>
                  <a:ext cx="94200" cy="702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302" name="Google Shape;302;p13"/>
                <p:cNvSpPr/>
                <p:nvPr/>
              </p:nvSpPr>
              <p:spPr>
                <a:xfrm>
                  <a:off x="5409003" y="11705057"/>
                  <a:ext cx="94200" cy="702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303" name="Google Shape;303;p13"/>
                <p:cNvSpPr/>
                <p:nvPr/>
              </p:nvSpPr>
              <p:spPr>
                <a:xfrm>
                  <a:off x="5612652" y="11705057"/>
                  <a:ext cx="94200" cy="702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304" name="Google Shape;304;p13"/>
                <p:cNvSpPr/>
                <p:nvPr/>
              </p:nvSpPr>
              <p:spPr>
                <a:xfrm>
                  <a:off x="5823788" y="11705057"/>
                  <a:ext cx="94200" cy="702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305" name="Google Shape;305;p13"/>
                <p:cNvSpPr/>
                <p:nvPr/>
              </p:nvSpPr>
              <p:spPr>
                <a:xfrm>
                  <a:off x="4799553" y="11703564"/>
                  <a:ext cx="94200" cy="702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306" name="Google Shape;306;p13"/>
                <p:cNvSpPr/>
                <p:nvPr/>
              </p:nvSpPr>
              <p:spPr>
                <a:xfrm>
                  <a:off x="5001705" y="11703564"/>
                  <a:ext cx="95700" cy="702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307" name="Google Shape;307;p13"/>
                <p:cNvSpPr/>
                <p:nvPr/>
              </p:nvSpPr>
              <p:spPr>
                <a:xfrm>
                  <a:off x="5212841" y="11703564"/>
                  <a:ext cx="94200" cy="702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308" name="Google Shape;308;p13"/>
                <p:cNvSpPr/>
                <p:nvPr/>
              </p:nvSpPr>
              <p:spPr>
                <a:xfrm>
                  <a:off x="4166144" y="11705057"/>
                  <a:ext cx="95700" cy="702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309" name="Google Shape;309;p13"/>
                <p:cNvSpPr/>
                <p:nvPr/>
              </p:nvSpPr>
              <p:spPr>
                <a:xfrm>
                  <a:off x="4369793" y="11705057"/>
                  <a:ext cx="94200" cy="702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310" name="Google Shape;310;p13"/>
                <p:cNvSpPr/>
                <p:nvPr/>
              </p:nvSpPr>
              <p:spPr>
                <a:xfrm>
                  <a:off x="4580930" y="11705057"/>
                  <a:ext cx="94200" cy="702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311" name="Google Shape;311;p13"/>
                <p:cNvSpPr/>
                <p:nvPr/>
              </p:nvSpPr>
              <p:spPr>
                <a:xfrm>
                  <a:off x="3992444" y="11702069"/>
                  <a:ext cx="94200" cy="702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grpSp>
          <p:sp>
            <p:nvSpPr>
              <p:cNvPr id="312" name="Google Shape;312;p13"/>
              <p:cNvSpPr/>
              <p:nvPr/>
            </p:nvSpPr>
            <p:spPr>
              <a:xfrm>
                <a:off x="6040914" y="10644233"/>
                <a:ext cx="94200" cy="702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313" name="Google Shape;313;p13"/>
              <p:cNvSpPr/>
              <p:nvPr/>
            </p:nvSpPr>
            <p:spPr>
              <a:xfrm>
                <a:off x="6244563" y="10644233"/>
                <a:ext cx="94200" cy="702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314" name="Google Shape;314;p13"/>
              <p:cNvSpPr/>
              <p:nvPr/>
            </p:nvSpPr>
            <p:spPr>
              <a:xfrm>
                <a:off x="6455699" y="10644233"/>
                <a:ext cx="94200" cy="702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315" name="Google Shape;315;p13"/>
              <p:cNvSpPr/>
              <p:nvPr/>
            </p:nvSpPr>
            <p:spPr>
              <a:xfrm>
                <a:off x="5409003" y="10645728"/>
                <a:ext cx="94200" cy="702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316" name="Google Shape;316;p13"/>
              <p:cNvSpPr/>
              <p:nvPr/>
            </p:nvSpPr>
            <p:spPr>
              <a:xfrm>
                <a:off x="5612652" y="10645728"/>
                <a:ext cx="94200" cy="702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317" name="Google Shape;317;p13"/>
              <p:cNvSpPr/>
              <p:nvPr/>
            </p:nvSpPr>
            <p:spPr>
              <a:xfrm>
                <a:off x="5823788" y="10645728"/>
                <a:ext cx="94200" cy="702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318" name="Google Shape;318;p13"/>
              <p:cNvSpPr/>
              <p:nvPr/>
            </p:nvSpPr>
            <p:spPr>
              <a:xfrm>
                <a:off x="4799553" y="10644233"/>
                <a:ext cx="94200" cy="702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319" name="Google Shape;319;p13"/>
              <p:cNvSpPr/>
              <p:nvPr/>
            </p:nvSpPr>
            <p:spPr>
              <a:xfrm>
                <a:off x="5001704" y="10644233"/>
                <a:ext cx="95700" cy="702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320" name="Google Shape;320;p13"/>
              <p:cNvSpPr/>
              <p:nvPr/>
            </p:nvSpPr>
            <p:spPr>
              <a:xfrm>
                <a:off x="5212841" y="10644233"/>
                <a:ext cx="94200" cy="702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321" name="Google Shape;321;p13"/>
              <p:cNvSpPr/>
              <p:nvPr/>
            </p:nvSpPr>
            <p:spPr>
              <a:xfrm>
                <a:off x="4167642" y="10645728"/>
                <a:ext cx="94200" cy="702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322" name="Google Shape;322;p13"/>
              <p:cNvSpPr/>
              <p:nvPr/>
            </p:nvSpPr>
            <p:spPr>
              <a:xfrm>
                <a:off x="4369793" y="10645728"/>
                <a:ext cx="95700" cy="702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323" name="Google Shape;323;p13"/>
              <p:cNvSpPr/>
              <p:nvPr/>
            </p:nvSpPr>
            <p:spPr>
              <a:xfrm>
                <a:off x="4580930" y="10645728"/>
                <a:ext cx="94200" cy="702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324" name="Google Shape;324;p13"/>
              <p:cNvSpPr/>
              <p:nvPr/>
            </p:nvSpPr>
            <p:spPr>
              <a:xfrm>
                <a:off x="3992443" y="10642740"/>
                <a:ext cx="94200" cy="702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pic>
            <p:nvPicPr>
              <p:cNvPr id="325" name="Google Shape;325;p13"/>
              <p:cNvPicPr preferRelativeResize="0"/>
              <p:nvPr/>
            </p:nvPicPr>
            <p:blipFill rotWithShape="1">
              <a:blip r:embed="rId35">
                <a:alphaModFix/>
              </a:blip>
              <a:srcRect/>
              <a:stretch/>
            </p:blipFill>
            <p:spPr>
              <a:xfrm>
                <a:off x="3980298" y="10765631"/>
                <a:ext cx="1276824" cy="876300"/>
              </a:xfrm>
              <a:prstGeom prst="rect">
                <a:avLst/>
              </a:prstGeom>
              <a:noFill/>
              <a:ln>
                <a:noFill/>
              </a:ln>
            </p:spPr>
          </p:pic>
          <p:pic>
            <p:nvPicPr>
              <p:cNvPr id="326" name="Google Shape;326;p13"/>
              <p:cNvPicPr preferRelativeResize="0"/>
              <p:nvPr/>
            </p:nvPicPr>
            <p:blipFill rotWithShape="1">
              <a:blip r:embed="rId36">
                <a:alphaModFix/>
              </a:blip>
              <a:srcRect/>
              <a:stretch/>
            </p:blipFill>
            <p:spPr>
              <a:xfrm>
                <a:off x="5263753" y="10765631"/>
                <a:ext cx="1286025" cy="876300"/>
              </a:xfrm>
              <a:prstGeom prst="rect">
                <a:avLst/>
              </a:prstGeom>
              <a:noFill/>
              <a:ln>
                <a:noFill/>
              </a:ln>
            </p:spPr>
          </p:pic>
        </p:grpSp>
      </p:grpSp>
      <p:sp>
        <p:nvSpPr>
          <p:cNvPr id="327" name="Google Shape;327;p13"/>
          <p:cNvSpPr txBox="1"/>
          <p:nvPr/>
        </p:nvSpPr>
        <p:spPr>
          <a:xfrm>
            <a:off x="7021512" y="13450887"/>
            <a:ext cx="3048000" cy="5850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B4993"/>
              </a:buClr>
              <a:buSzPts val="800"/>
              <a:buFont typeface="Tahoma"/>
              <a:buNone/>
            </a:pPr>
            <a:r>
              <a:rPr lang="en-US" sz="800" b="1" i="1" u="none">
                <a:solidFill>
                  <a:srgbClr val="0B4993"/>
                </a:solidFill>
                <a:latin typeface="Tahoma"/>
                <a:ea typeface="Tahoma"/>
                <a:cs typeface="Tahoma"/>
                <a:sym typeface="Tahoma"/>
              </a:rPr>
              <a:t>Figure 3</a:t>
            </a:r>
            <a:r>
              <a:rPr lang="en-US" sz="800" b="0" i="0" u="none">
                <a:solidFill>
                  <a:srgbClr val="0B4993"/>
                </a:solidFill>
                <a:latin typeface="Tahoma"/>
                <a:ea typeface="Tahoma"/>
                <a:cs typeface="Tahoma"/>
                <a:sym typeface="Tahoma"/>
              </a:rPr>
              <a:t>. Key/Interest points (plotted as green dots) in the left frame are tracked in the right frame. Small lines from green dots are motion of these points. Two faces in these frames share 22/23 points.</a:t>
            </a:r>
            <a:endParaRPr/>
          </a:p>
        </p:txBody>
      </p:sp>
      <p:sp>
        <p:nvSpPr>
          <p:cNvPr id="328" name="Google Shape;328;p13"/>
          <p:cNvSpPr txBox="1"/>
          <p:nvPr/>
        </p:nvSpPr>
        <p:spPr>
          <a:xfrm>
            <a:off x="620712" y="9164637"/>
            <a:ext cx="3352800" cy="831000"/>
          </a:xfrm>
          <a:prstGeom prst="rect">
            <a:avLst/>
          </a:prstGeom>
          <a:noFill/>
          <a:ln>
            <a:noFill/>
          </a:ln>
        </p:spPr>
        <p:txBody>
          <a:bodyPr spcFirstLastPara="1" wrap="square" lIns="91425" tIns="45700" rIns="91425" bIns="45700" anchor="t" anchorCtr="0">
            <a:spAutoFit/>
          </a:bodyPr>
          <a:lstStyle/>
          <a:p>
            <a:pPr marL="228600" marR="0" lvl="0" indent="-228600" algn="just" rtl="0">
              <a:lnSpc>
                <a:spcPct val="100000"/>
              </a:lnSpc>
              <a:spcBef>
                <a:spcPts val="0"/>
              </a:spcBef>
              <a:spcAft>
                <a:spcPts val="0"/>
              </a:spcAft>
              <a:buClr>
                <a:schemeClr val="dk1"/>
              </a:buClr>
              <a:buSzPts val="1200"/>
              <a:buFont typeface="Tahoma"/>
              <a:buChar char="•"/>
            </a:pPr>
            <a:r>
              <a:rPr lang="en-US" sz="1200" b="0" i="0" u="none">
                <a:solidFill>
                  <a:schemeClr val="dk1"/>
                </a:solidFill>
                <a:latin typeface="Tahoma"/>
                <a:ea typeface="Tahoma"/>
                <a:cs typeface="Tahoma"/>
                <a:sym typeface="Tahoma"/>
              </a:rPr>
              <a:t>The face detector implemented in OpenCV based on Viola method was used for detecting frontal views of faces in every frame of our video sequences.</a:t>
            </a:r>
            <a:endParaRPr/>
          </a:p>
        </p:txBody>
      </p:sp>
      <p:sp>
        <p:nvSpPr>
          <p:cNvPr id="329" name="Google Shape;329;p13"/>
          <p:cNvSpPr txBox="1"/>
          <p:nvPr/>
        </p:nvSpPr>
        <p:spPr>
          <a:xfrm>
            <a:off x="620712" y="10069512"/>
            <a:ext cx="3352800" cy="461700"/>
          </a:xfrm>
          <a:prstGeom prst="rect">
            <a:avLst/>
          </a:prstGeom>
          <a:noFill/>
          <a:ln>
            <a:noFill/>
          </a:ln>
        </p:spPr>
        <p:txBody>
          <a:bodyPr spcFirstLastPara="1" wrap="square" lIns="91425" tIns="45700" rIns="91425" bIns="45700" anchor="t" anchorCtr="0">
            <a:spAutoFit/>
          </a:bodyPr>
          <a:lstStyle/>
          <a:p>
            <a:pPr marL="228600" marR="0" lvl="0" indent="-228600" algn="l" rtl="0">
              <a:lnSpc>
                <a:spcPct val="100000"/>
              </a:lnSpc>
              <a:spcBef>
                <a:spcPts val="0"/>
              </a:spcBef>
              <a:spcAft>
                <a:spcPts val="0"/>
              </a:spcAft>
              <a:buClr>
                <a:schemeClr val="dk1"/>
              </a:buClr>
              <a:buSzPts val="1200"/>
              <a:buFont typeface="Tahoma"/>
              <a:buChar char="•"/>
            </a:pPr>
            <a:r>
              <a:rPr lang="en-US" sz="1200" b="0" i="0" u="none">
                <a:solidFill>
                  <a:schemeClr val="dk1"/>
                </a:solidFill>
                <a:latin typeface="Tahoma"/>
                <a:ea typeface="Tahoma"/>
                <a:cs typeface="Tahoma"/>
                <a:sym typeface="Tahoma"/>
              </a:rPr>
              <a:t>A high threshold was used to reduce the number of false positives.</a:t>
            </a:r>
            <a:endParaRPr/>
          </a:p>
        </p:txBody>
      </p:sp>
      <p:sp>
        <p:nvSpPr>
          <p:cNvPr id="330" name="Google Shape;330;p13"/>
          <p:cNvSpPr txBox="1"/>
          <p:nvPr/>
        </p:nvSpPr>
        <p:spPr>
          <a:xfrm>
            <a:off x="4125912" y="9158287"/>
            <a:ext cx="2895600" cy="646500"/>
          </a:xfrm>
          <a:prstGeom prst="rect">
            <a:avLst/>
          </a:prstGeom>
          <a:noFill/>
          <a:ln>
            <a:noFill/>
          </a:ln>
        </p:spPr>
        <p:txBody>
          <a:bodyPr spcFirstLastPara="1" wrap="square" lIns="91425" tIns="45700" rIns="91425" bIns="45700" anchor="t" anchorCtr="0">
            <a:spAutoFit/>
          </a:bodyPr>
          <a:lstStyle/>
          <a:p>
            <a:pPr marL="114300" marR="0" lvl="0" indent="-114300" algn="just" rtl="0">
              <a:lnSpc>
                <a:spcPct val="100000"/>
              </a:lnSpc>
              <a:spcBef>
                <a:spcPts val="0"/>
              </a:spcBef>
              <a:spcAft>
                <a:spcPts val="0"/>
              </a:spcAft>
              <a:buClr>
                <a:schemeClr val="dk1"/>
              </a:buClr>
              <a:buSzPts val="1200"/>
              <a:buFont typeface="Tahoma"/>
              <a:buChar char="•"/>
            </a:pPr>
            <a:r>
              <a:rPr lang="en-US" sz="1200" b="0" i="0" u="none">
                <a:solidFill>
                  <a:schemeClr val="dk1"/>
                </a:solidFill>
                <a:latin typeface="Tahoma"/>
                <a:ea typeface="Tahoma"/>
                <a:cs typeface="Tahoma"/>
                <a:sym typeface="Tahoma"/>
              </a:rPr>
              <a:t> We used Kanade–Lucas–Tomasi (KLT) method to create and track key/interest points between frames.</a:t>
            </a:r>
            <a:endParaRPr/>
          </a:p>
        </p:txBody>
      </p:sp>
      <p:grpSp>
        <p:nvGrpSpPr>
          <p:cNvPr id="331" name="Google Shape;331;p13"/>
          <p:cNvGrpSpPr/>
          <p:nvPr/>
        </p:nvGrpSpPr>
        <p:grpSpPr>
          <a:xfrm>
            <a:off x="696884" y="10658047"/>
            <a:ext cx="3200248" cy="2309770"/>
            <a:chOff x="621506" y="10759281"/>
            <a:chExt cx="3352800" cy="2605200"/>
          </a:xfrm>
        </p:grpSpPr>
        <p:grpSp>
          <p:nvGrpSpPr>
            <p:cNvPr id="332" name="Google Shape;332;p13"/>
            <p:cNvGrpSpPr/>
            <p:nvPr/>
          </p:nvGrpSpPr>
          <p:grpSpPr>
            <a:xfrm>
              <a:off x="621506" y="10759281"/>
              <a:ext cx="3352800" cy="2286000"/>
              <a:chOff x="697706" y="10759281"/>
              <a:chExt cx="3352800" cy="2286000"/>
            </a:xfrm>
          </p:grpSpPr>
          <p:sp>
            <p:nvSpPr>
              <p:cNvPr id="333" name="Google Shape;333;p13"/>
              <p:cNvSpPr txBox="1"/>
              <p:nvPr/>
            </p:nvSpPr>
            <p:spPr>
              <a:xfrm>
                <a:off x="697706" y="10759281"/>
                <a:ext cx="3352800" cy="1217400"/>
              </a:xfrm>
              <a:prstGeom prst="rect">
                <a:avLst/>
              </a:prstGeom>
              <a:solidFill>
                <a:srgbClr val="66666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pic>
            <p:nvPicPr>
              <p:cNvPr id="334" name="Google Shape;334;p13" descr="G:\ICVS\CNNFrames\19980626_CNN\001590.jpg"/>
              <p:cNvPicPr preferRelativeResize="0"/>
              <p:nvPr/>
            </p:nvPicPr>
            <p:blipFill rotWithShape="1">
              <a:blip r:embed="rId20">
                <a:alphaModFix/>
              </a:blip>
              <a:srcRect/>
              <a:stretch/>
            </p:blipFill>
            <p:spPr>
              <a:xfrm>
                <a:off x="1846436" y="10911681"/>
                <a:ext cx="1080120" cy="863766"/>
              </a:xfrm>
              <a:prstGeom prst="rect">
                <a:avLst/>
              </a:prstGeom>
              <a:noFill/>
              <a:ln>
                <a:noFill/>
              </a:ln>
            </p:spPr>
          </p:pic>
          <p:pic>
            <p:nvPicPr>
              <p:cNvPr id="335" name="Google Shape;335;p13" descr="G:\ICVS\CNNFrames\19980626_CNN\001630.jpg"/>
              <p:cNvPicPr preferRelativeResize="0"/>
              <p:nvPr/>
            </p:nvPicPr>
            <p:blipFill rotWithShape="1">
              <a:blip r:embed="rId23">
                <a:alphaModFix/>
              </a:blip>
              <a:srcRect/>
              <a:stretch/>
            </p:blipFill>
            <p:spPr>
              <a:xfrm>
                <a:off x="2894186" y="10911681"/>
                <a:ext cx="1080120" cy="863766"/>
              </a:xfrm>
              <a:prstGeom prst="rect">
                <a:avLst/>
              </a:prstGeom>
              <a:noFill/>
              <a:ln>
                <a:noFill/>
              </a:ln>
            </p:spPr>
          </p:pic>
          <p:sp>
            <p:nvSpPr>
              <p:cNvPr id="336" name="Google Shape;336;p13"/>
              <p:cNvSpPr txBox="1"/>
              <p:nvPr/>
            </p:nvSpPr>
            <p:spPr>
              <a:xfrm>
                <a:off x="2232834" y="11125041"/>
                <a:ext cx="274200" cy="274200"/>
              </a:xfrm>
              <a:prstGeom prst="rect">
                <a:avLst/>
              </a:prstGeom>
              <a:noFill/>
              <a:ln w="127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337" name="Google Shape;337;p13"/>
              <p:cNvSpPr/>
              <p:nvPr/>
            </p:nvSpPr>
            <p:spPr>
              <a:xfrm>
                <a:off x="2813163" y="11855047"/>
                <a:ext cx="93000" cy="699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338" name="Google Shape;338;p13"/>
              <p:cNvSpPr/>
              <p:nvPr/>
            </p:nvSpPr>
            <p:spPr>
              <a:xfrm>
                <a:off x="3016061" y="11855047"/>
                <a:ext cx="94800" cy="699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339" name="Google Shape;339;p13"/>
              <p:cNvSpPr/>
              <p:nvPr/>
            </p:nvSpPr>
            <p:spPr>
              <a:xfrm>
                <a:off x="3225611" y="11855047"/>
                <a:ext cx="94800" cy="699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340" name="Google Shape;340;p13"/>
              <p:cNvSpPr/>
              <p:nvPr/>
            </p:nvSpPr>
            <p:spPr>
              <a:xfrm>
                <a:off x="2181187" y="11856838"/>
                <a:ext cx="93000" cy="699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341" name="Google Shape;341;p13"/>
              <p:cNvSpPr/>
              <p:nvPr/>
            </p:nvSpPr>
            <p:spPr>
              <a:xfrm>
                <a:off x="2385747" y="11856838"/>
                <a:ext cx="93000" cy="699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342" name="Google Shape;342;p13"/>
              <p:cNvSpPr/>
              <p:nvPr/>
            </p:nvSpPr>
            <p:spPr>
              <a:xfrm>
                <a:off x="2595297" y="11856838"/>
                <a:ext cx="93000" cy="699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343" name="Google Shape;343;p13"/>
              <p:cNvSpPr/>
              <p:nvPr/>
            </p:nvSpPr>
            <p:spPr>
              <a:xfrm>
                <a:off x="1570830" y="11855047"/>
                <a:ext cx="93000" cy="699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344" name="Google Shape;344;p13"/>
              <p:cNvSpPr/>
              <p:nvPr/>
            </p:nvSpPr>
            <p:spPr>
              <a:xfrm>
                <a:off x="1773728" y="11855047"/>
                <a:ext cx="94800" cy="699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345" name="Google Shape;345;p13"/>
              <p:cNvSpPr/>
              <p:nvPr/>
            </p:nvSpPr>
            <p:spPr>
              <a:xfrm>
                <a:off x="1984942" y="11855047"/>
                <a:ext cx="94800" cy="699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346" name="Google Shape;346;p13"/>
              <p:cNvSpPr/>
              <p:nvPr/>
            </p:nvSpPr>
            <p:spPr>
              <a:xfrm>
                <a:off x="938854" y="11856838"/>
                <a:ext cx="94800" cy="699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347" name="Google Shape;347;p13"/>
              <p:cNvSpPr/>
              <p:nvPr/>
            </p:nvSpPr>
            <p:spPr>
              <a:xfrm>
                <a:off x="1141752" y="11856838"/>
                <a:ext cx="94800" cy="699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348" name="Google Shape;348;p13"/>
              <p:cNvSpPr/>
              <p:nvPr/>
            </p:nvSpPr>
            <p:spPr>
              <a:xfrm>
                <a:off x="1352966" y="11856838"/>
                <a:ext cx="94800" cy="699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349" name="Google Shape;349;p13"/>
              <p:cNvSpPr/>
              <p:nvPr/>
            </p:nvSpPr>
            <p:spPr>
              <a:xfrm>
                <a:off x="764230" y="11855047"/>
                <a:ext cx="94800" cy="699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350" name="Google Shape;350;p13"/>
              <p:cNvSpPr/>
              <p:nvPr/>
            </p:nvSpPr>
            <p:spPr>
              <a:xfrm>
                <a:off x="3423519" y="11860418"/>
                <a:ext cx="93000" cy="699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351" name="Google Shape;351;p13"/>
              <p:cNvSpPr/>
              <p:nvPr/>
            </p:nvSpPr>
            <p:spPr>
              <a:xfrm>
                <a:off x="3603133" y="11863999"/>
                <a:ext cx="94800" cy="717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352" name="Google Shape;352;p13"/>
              <p:cNvSpPr/>
              <p:nvPr/>
            </p:nvSpPr>
            <p:spPr>
              <a:xfrm>
                <a:off x="3756138" y="11855047"/>
                <a:ext cx="94800" cy="699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353" name="Google Shape;353;p13"/>
              <p:cNvSpPr/>
              <p:nvPr/>
            </p:nvSpPr>
            <p:spPr>
              <a:xfrm>
                <a:off x="3919121" y="11855047"/>
                <a:ext cx="93000" cy="699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354" name="Google Shape;354;p13"/>
              <p:cNvSpPr/>
              <p:nvPr/>
            </p:nvSpPr>
            <p:spPr>
              <a:xfrm>
                <a:off x="2793206" y="10805833"/>
                <a:ext cx="94800" cy="699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355" name="Google Shape;355;p13"/>
              <p:cNvSpPr/>
              <p:nvPr/>
            </p:nvSpPr>
            <p:spPr>
              <a:xfrm>
                <a:off x="2996104" y="10805833"/>
                <a:ext cx="94800" cy="699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356" name="Google Shape;356;p13"/>
              <p:cNvSpPr/>
              <p:nvPr/>
            </p:nvSpPr>
            <p:spPr>
              <a:xfrm>
                <a:off x="3207316" y="10805833"/>
                <a:ext cx="94800" cy="699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357" name="Google Shape;357;p13"/>
              <p:cNvSpPr/>
              <p:nvPr/>
            </p:nvSpPr>
            <p:spPr>
              <a:xfrm>
                <a:off x="2161230" y="10805833"/>
                <a:ext cx="94800" cy="699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358" name="Google Shape;358;p13"/>
              <p:cNvSpPr/>
              <p:nvPr/>
            </p:nvSpPr>
            <p:spPr>
              <a:xfrm>
                <a:off x="2364127" y="10805833"/>
                <a:ext cx="94800" cy="699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359" name="Google Shape;359;p13"/>
              <p:cNvSpPr/>
              <p:nvPr/>
            </p:nvSpPr>
            <p:spPr>
              <a:xfrm>
                <a:off x="2575340" y="10805833"/>
                <a:ext cx="94800" cy="699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360" name="Google Shape;360;p13"/>
              <p:cNvSpPr/>
              <p:nvPr/>
            </p:nvSpPr>
            <p:spPr>
              <a:xfrm>
                <a:off x="1550873" y="10805833"/>
                <a:ext cx="94800" cy="699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361" name="Google Shape;361;p13"/>
              <p:cNvSpPr/>
              <p:nvPr/>
            </p:nvSpPr>
            <p:spPr>
              <a:xfrm>
                <a:off x="1755435" y="10805833"/>
                <a:ext cx="94800" cy="699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362" name="Google Shape;362;p13"/>
              <p:cNvSpPr/>
              <p:nvPr/>
            </p:nvSpPr>
            <p:spPr>
              <a:xfrm>
                <a:off x="1966647" y="10805833"/>
                <a:ext cx="93000" cy="699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363" name="Google Shape;363;p13"/>
              <p:cNvSpPr/>
              <p:nvPr/>
            </p:nvSpPr>
            <p:spPr>
              <a:xfrm>
                <a:off x="918897" y="10805833"/>
                <a:ext cx="94800" cy="699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364" name="Google Shape;364;p13"/>
              <p:cNvSpPr/>
              <p:nvPr/>
            </p:nvSpPr>
            <p:spPr>
              <a:xfrm>
                <a:off x="1123458" y="10805833"/>
                <a:ext cx="94800" cy="699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365" name="Google Shape;365;p13"/>
              <p:cNvSpPr/>
              <p:nvPr/>
            </p:nvSpPr>
            <p:spPr>
              <a:xfrm>
                <a:off x="1334671" y="10805833"/>
                <a:ext cx="94800" cy="699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366" name="Google Shape;366;p13"/>
              <p:cNvSpPr/>
              <p:nvPr/>
            </p:nvSpPr>
            <p:spPr>
              <a:xfrm>
                <a:off x="745935" y="10804043"/>
                <a:ext cx="94800" cy="699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367" name="Google Shape;367;p13"/>
              <p:cNvSpPr/>
              <p:nvPr/>
            </p:nvSpPr>
            <p:spPr>
              <a:xfrm>
                <a:off x="3403561" y="10809414"/>
                <a:ext cx="94800" cy="699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368" name="Google Shape;368;p13"/>
              <p:cNvSpPr/>
              <p:nvPr/>
            </p:nvSpPr>
            <p:spPr>
              <a:xfrm>
                <a:off x="3584839" y="10812995"/>
                <a:ext cx="94800" cy="699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369" name="Google Shape;369;p13"/>
              <p:cNvSpPr/>
              <p:nvPr/>
            </p:nvSpPr>
            <p:spPr>
              <a:xfrm>
                <a:off x="3736180" y="10804043"/>
                <a:ext cx="94800" cy="699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370" name="Google Shape;370;p13"/>
              <p:cNvSpPr/>
              <p:nvPr/>
            </p:nvSpPr>
            <p:spPr>
              <a:xfrm>
                <a:off x="3899164" y="10804043"/>
                <a:ext cx="93000" cy="699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pic>
            <p:nvPicPr>
              <p:cNvPr id="371" name="Google Shape;371;p13" descr="G:\ICVS\CNNFrames\19980626_CNN\001600.jpg"/>
              <p:cNvPicPr preferRelativeResize="0"/>
              <p:nvPr/>
            </p:nvPicPr>
            <p:blipFill rotWithShape="1">
              <a:blip r:embed="rId37">
                <a:alphaModFix/>
              </a:blip>
              <a:srcRect/>
              <a:stretch/>
            </p:blipFill>
            <p:spPr>
              <a:xfrm>
                <a:off x="745331" y="10930731"/>
                <a:ext cx="1180517" cy="838200"/>
              </a:xfrm>
              <a:prstGeom prst="rect">
                <a:avLst/>
              </a:prstGeom>
              <a:noFill/>
              <a:ln>
                <a:noFill/>
              </a:ln>
            </p:spPr>
          </p:pic>
          <p:sp>
            <p:nvSpPr>
              <p:cNvPr id="372" name="Google Shape;372;p13"/>
              <p:cNvSpPr txBox="1"/>
              <p:nvPr/>
            </p:nvSpPr>
            <p:spPr>
              <a:xfrm>
                <a:off x="1173956" y="11133672"/>
                <a:ext cx="252300" cy="255900"/>
              </a:xfrm>
              <a:prstGeom prst="rect">
                <a:avLst/>
              </a:prstGeom>
              <a:noFill/>
              <a:ln w="127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cxnSp>
            <p:nvCxnSpPr>
              <p:cNvPr id="373" name="Google Shape;373;p13"/>
              <p:cNvCxnSpPr/>
              <p:nvPr/>
            </p:nvCxnSpPr>
            <p:spPr>
              <a:xfrm rot="5400000">
                <a:off x="469106" y="11445081"/>
                <a:ext cx="990600" cy="381000"/>
              </a:xfrm>
              <a:prstGeom prst="straightConnector1">
                <a:avLst/>
              </a:prstGeom>
              <a:noFill/>
              <a:ln w="9525" cap="flat" cmpd="sng">
                <a:solidFill>
                  <a:srgbClr val="FF0000"/>
                </a:solidFill>
                <a:prstDash val="solid"/>
                <a:miter lim="800000"/>
                <a:headEnd type="none" w="med" len="med"/>
                <a:tailEnd type="none" w="med" len="med"/>
              </a:ln>
            </p:spPr>
          </p:cxnSp>
          <p:cxnSp>
            <p:nvCxnSpPr>
              <p:cNvPr id="374" name="Google Shape;374;p13"/>
              <p:cNvCxnSpPr/>
              <p:nvPr/>
            </p:nvCxnSpPr>
            <p:spPr>
              <a:xfrm rot="5400000">
                <a:off x="183284" y="11988006"/>
                <a:ext cx="1571700" cy="390600"/>
              </a:xfrm>
              <a:prstGeom prst="straightConnector1">
                <a:avLst/>
              </a:prstGeom>
              <a:noFill/>
              <a:ln w="9525" cap="flat" cmpd="sng">
                <a:solidFill>
                  <a:srgbClr val="FF0000"/>
                </a:solidFill>
                <a:prstDash val="solid"/>
                <a:miter lim="800000"/>
                <a:headEnd type="none" w="med" len="med"/>
                <a:tailEnd type="none" w="med" len="med"/>
              </a:ln>
            </p:spPr>
          </p:cxnSp>
          <p:cxnSp>
            <p:nvCxnSpPr>
              <p:cNvPr id="375" name="Google Shape;375;p13"/>
              <p:cNvCxnSpPr/>
              <p:nvPr/>
            </p:nvCxnSpPr>
            <p:spPr>
              <a:xfrm rot="-5400000" flipH="1">
                <a:off x="1050131" y="11521281"/>
                <a:ext cx="990600" cy="228600"/>
              </a:xfrm>
              <a:prstGeom prst="straightConnector1">
                <a:avLst/>
              </a:prstGeom>
              <a:noFill/>
              <a:ln w="9525" cap="flat" cmpd="sng">
                <a:solidFill>
                  <a:srgbClr val="FF0000"/>
                </a:solidFill>
                <a:prstDash val="solid"/>
                <a:miter lim="800000"/>
                <a:headEnd type="none" w="med" len="med"/>
                <a:tailEnd type="none" w="med" len="med"/>
              </a:ln>
            </p:spPr>
          </p:cxnSp>
          <p:cxnSp>
            <p:nvCxnSpPr>
              <p:cNvPr id="376" name="Google Shape;376;p13"/>
              <p:cNvCxnSpPr/>
              <p:nvPr/>
            </p:nvCxnSpPr>
            <p:spPr>
              <a:xfrm rot="-5400000" flipH="1">
                <a:off x="783431" y="12054681"/>
                <a:ext cx="1524000" cy="228600"/>
              </a:xfrm>
              <a:prstGeom prst="straightConnector1">
                <a:avLst/>
              </a:prstGeom>
              <a:noFill/>
              <a:ln w="9525" cap="flat" cmpd="sng">
                <a:solidFill>
                  <a:srgbClr val="FF0000"/>
                </a:solidFill>
                <a:prstDash val="solid"/>
                <a:miter lim="800000"/>
                <a:headEnd type="none" w="med" len="med"/>
                <a:tailEnd type="none" w="med" len="med"/>
              </a:ln>
            </p:spPr>
          </p:cxnSp>
          <p:pic>
            <p:nvPicPr>
              <p:cNvPr id="377" name="Google Shape;377;p13" descr="G:\ICVS\CNNPMResult\22\001603.jpg"/>
              <p:cNvPicPr preferRelativeResize="0"/>
              <p:nvPr/>
            </p:nvPicPr>
            <p:blipFill rotWithShape="1">
              <a:blip r:embed="rId38">
                <a:alphaModFix/>
              </a:blip>
              <a:srcRect/>
              <a:stretch/>
            </p:blipFill>
            <p:spPr>
              <a:xfrm>
                <a:off x="773906" y="12130880"/>
                <a:ext cx="914400" cy="885785"/>
              </a:xfrm>
              <a:prstGeom prst="rect">
                <a:avLst/>
              </a:prstGeom>
              <a:noFill/>
              <a:ln w="38100" cap="flat" cmpd="sng">
                <a:solidFill>
                  <a:srgbClr val="FF0000"/>
                </a:solidFill>
                <a:prstDash val="solid"/>
                <a:miter lim="800000"/>
                <a:headEnd type="none" w="sm" len="sm"/>
                <a:tailEnd type="none" w="sm" len="sm"/>
              </a:ln>
            </p:spPr>
          </p:pic>
          <p:sp>
            <p:nvSpPr>
              <p:cNvPr id="378" name="Google Shape;378;p13"/>
              <p:cNvSpPr txBox="1"/>
              <p:nvPr/>
            </p:nvSpPr>
            <p:spPr>
              <a:xfrm>
                <a:off x="3214211" y="11092656"/>
                <a:ext cx="274200" cy="274200"/>
              </a:xfrm>
              <a:prstGeom prst="rect">
                <a:avLst/>
              </a:prstGeom>
              <a:noFill/>
              <a:ln w="127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cxnSp>
            <p:nvCxnSpPr>
              <p:cNvPr id="379" name="Google Shape;379;p13"/>
              <p:cNvCxnSpPr/>
              <p:nvPr/>
            </p:nvCxnSpPr>
            <p:spPr>
              <a:xfrm rot="5400000">
                <a:off x="1574006" y="11483181"/>
                <a:ext cx="990600" cy="304800"/>
              </a:xfrm>
              <a:prstGeom prst="straightConnector1">
                <a:avLst/>
              </a:prstGeom>
              <a:noFill/>
              <a:ln w="9525" cap="flat" cmpd="sng">
                <a:solidFill>
                  <a:srgbClr val="FF0000"/>
                </a:solidFill>
                <a:prstDash val="solid"/>
                <a:miter lim="800000"/>
                <a:headEnd type="none" w="med" len="med"/>
                <a:tailEnd type="none" w="med" len="med"/>
              </a:ln>
            </p:spPr>
          </p:cxnSp>
          <p:cxnSp>
            <p:nvCxnSpPr>
              <p:cNvPr id="380" name="Google Shape;380;p13"/>
              <p:cNvCxnSpPr/>
              <p:nvPr/>
            </p:nvCxnSpPr>
            <p:spPr>
              <a:xfrm rot="5400000">
                <a:off x="1273934" y="12011781"/>
                <a:ext cx="1600200" cy="314400"/>
              </a:xfrm>
              <a:prstGeom prst="straightConnector1">
                <a:avLst/>
              </a:prstGeom>
              <a:noFill/>
              <a:ln w="9525" cap="flat" cmpd="sng">
                <a:solidFill>
                  <a:srgbClr val="FF0000"/>
                </a:solidFill>
                <a:prstDash val="solid"/>
                <a:miter lim="800000"/>
                <a:headEnd type="none" w="med" len="med"/>
                <a:tailEnd type="none" w="med" len="med"/>
              </a:ln>
            </p:spPr>
          </p:cxnSp>
          <p:cxnSp>
            <p:nvCxnSpPr>
              <p:cNvPr id="381" name="Google Shape;381;p13"/>
              <p:cNvCxnSpPr/>
              <p:nvPr/>
            </p:nvCxnSpPr>
            <p:spPr>
              <a:xfrm rot="-5400000" flipH="1">
                <a:off x="1850306" y="12064131"/>
                <a:ext cx="1638300" cy="324000"/>
              </a:xfrm>
              <a:prstGeom prst="straightConnector1">
                <a:avLst/>
              </a:prstGeom>
              <a:noFill/>
              <a:ln w="9525" cap="flat" cmpd="sng">
                <a:solidFill>
                  <a:srgbClr val="FF0000"/>
                </a:solidFill>
                <a:prstDash val="solid"/>
                <a:miter lim="800000"/>
                <a:headEnd type="none" w="med" len="med"/>
                <a:tailEnd type="none" w="med" len="med"/>
              </a:ln>
            </p:spPr>
          </p:cxnSp>
          <p:cxnSp>
            <p:nvCxnSpPr>
              <p:cNvPr id="382" name="Google Shape;382;p13"/>
              <p:cNvCxnSpPr/>
              <p:nvPr/>
            </p:nvCxnSpPr>
            <p:spPr>
              <a:xfrm rot="-5400000" flipH="1">
                <a:off x="2164556" y="11464131"/>
                <a:ext cx="1009800" cy="324000"/>
              </a:xfrm>
              <a:prstGeom prst="straightConnector1">
                <a:avLst/>
              </a:prstGeom>
              <a:noFill/>
              <a:ln w="9525" cap="flat" cmpd="sng">
                <a:solidFill>
                  <a:srgbClr val="FF0000"/>
                </a:solidFill>
                <a:prstDash val="solid"/>
                <a:miter lim="800000"/>
                <a:headEnd type="none" w="med" len="med"/>
                <a:tailEnd type="none" w="med" len="med"/>
              </a:ln>
            </p:spPr>
          </p:cxnSp>
          <p:pic>
            <p:nvPicPr>
              <p:cNvPr id="383" name="Google Shape;383;p13" descr="G:\ICVS\CNNPMResult\22\001589.jpg"/>
              <p:cNvPicPr preferRelativeResize="0"/>
              <p:nvPr/>
            </p:nvPicPr>
            <p:blipFill rotWithShape="1">
              <a:blip r:embed="rId39">
                <a:alphaModFix/>
              </a:blip>
              <a:srcRect/>
              <a:stretch/>
            </p:blipFill>
            <p:spPr>
              <a:xfrm>
                <a:off x="1916906" y="12130880"/>
                <a:ext cx="914400" cy="885785"/>
              </a:xfrm>
              <a:prstGeom prst="rect">
                <a:avLst/>
              </a:prstGeom>
              <a:noFill/>
              <a:ln w="38100" cap="flat" cmpd="sng">
                <a:solidFill>
                  <a:srgbClr val="FF0000"/>
                </a:solidFill>
                <a:prstDash val="solid"/>
                <a:miter lim="800000"/>
                <a:headEnd type="none" w="sm" len="sm"/>
                <a:tailEnd type="none" w="sm" len="sm"/>
              </a:ln>
            </p:spPr>
          </p:pic>
          <p:cxnSp>
            <p:nvCxnSpPr>
              <p:cNvPr id="384" name="Google Shape;384;p13"/>
              <p:cNvCxnSpPr/>
              <p:nvPr/>
            </p:nvCxnSpPr>
            <p:spPr>
              <a:xfrm rot="5400000">
                <a:off x="2640806" y="11559381"/>
                <a:ext cx="990600" cy="152400"/>
              </a:xfrm>
              <a:prstGeom prst="straightConnector1">
                <a:avLst/>
              </a:prstGeom>
              <a:noFill/>
              <a:ln w="9525" cap="flat" cmpd="sng">
                <a:solidFill>
                  <a:srgbClr val="FF0000"/>
                </a:solidFill>
                <a:prstDash val="solid"/>
                <a:miter lim="800000"/>
                <a:headEnd type="none" w="med" len="med"/>
                <a:tailEnd type="none" w="med" len="med"/>
              </a:ln>
            </p:spPr>
          </p:cxnSp>
          <p:cxnSp>
            <p:nvCxnSpPr>
              <p:cNvPr id="385" name="Google Shape;385;p13"/>
              <p:cNvCxnSpPr/>
              <p:nvPr/>
            </p:nvCxnSpPr>
            <p:spPr>
              <a:xfrm rot="5400000">
                <a:off x="2340734" y="12087981"/>
                <a:ext cx="1600200" cy="162000"/>
              </a:xfrm>
              <a:prstGeom prst="straightConnector1">
                <a:avLst/>
              </a:prstGeom>
              <a:noFill/>
              <a:ln w="9525" cap="flat" cmpd="sng">
                <a:solidFill>
                  <a:srgbClr val="FF0000"/>
                </a:solidFill>
                <a:prstDash val="solid"/>
                <a:miter lim="800000"/>
                <a:headEnd type="none" w="med" len="med"/>
                <a:tailEnd type="none" w="med" len="med"/>
              </a:ln>
            </p:spPr>
          </p:cxnSp>
          <p:cxnSp>
            <p:nvCxnSpPr>
              <p:cNvPr id="386" name="Google Shape;386;p13"/>
              <p:cNvCxnSpPr/>
              <p:nvPr/>
            </p:nvCxnSpPr>
            <p:spPr>
              <a:xfrm rot="-5400000" flipH="1">
                <a:off x="3217030" y="11373681"/>
                <a:ext cx="1028700" cy="485700"/>
              </a:xfrm>
              <a:prstGeom prst="straightConnector1">
                <a:avLst/>
              </a:prstGeom>
              <a:noFill/>
              <a:ln w="9525" cap="flat" cmpd="sng">
                <a:solidFill>
                  <a:srgbClr val="FF0000"/>
                </a:solidFill>
                <a:prstDash val="solid"/>
                <a:miter lim="800000"/>
                <a:headEnd type="none" w="med" len="med"/>
                <a:tailEnd type="none" w="med" len="med"/>
              </a:ln>
            </p:spPr>
          </p:cxnSp>
          <p:cxnSp>
            <p:nvCxnSpPr>
              <p:cNvPr id="387" name="Google Shape;387;p13"/>
              <p:cNvCxnSpPr/>
              <p:nvPr/>
            </p:nvCxnSpPr>
            <p:spPr>
              <a:xfrm rot="-5400000" flipH="1">
                <a:off x="2893180" y="11964231"/>
                <a:ext cx="1676400" cy="485700"/>
              </a:xfrm>
              <a:prstGeom prst="straightConnector1">
                <a:avLst/>
              </a:prstGeom>
              <a:noFill/>
              <a:ln w="9525" cap="flat" cmpd="sng">
                <a:solidFill>
                  <a:srgbClr val="FF0000"/>
                </a:solidFill>
                <a:prstDash val="solid"/>
                <a:miter lim="800000"/>
                <a:headEnd type="none" w="med" len="med"/>
                <a:tailEnd type="none" w="med" len="med"/>
              </a:ln>
            </p:spPr>
          </p:cxnSp>
          <p:pic>
            <p:nvPicPr>
              <p:cNvPr id="388" name="Google Shape;388;p13" descr="G:\ICVS\CNNPMResult\22\001613.jpg"/>
              <p:cNvPicPr preferRelativeResize="0"/>
              <p:nvPr/>
            </p:nvPicPr>
            <p:blipFill rotWithShape="1">
              <a:blip r:embed="rId40">
                <a:alphaModFix/>
              </a:blip>
              <a:srcRect/>
              <a:stretch/>
            </p:blipFill>
            <p:spPr>
              <a:xfrm>
                <a:off x="3059906" y="12130881"/>
                <a:ext cx="914400" cy="885784"/>
              </a:xfrm>
              <a:prstGeom prst="rect">
                <a:avLst/>
              </a:prstGeom>
              <a:noFill/>
              <a:ln w="38100" cap="flat" cmpd="sng">
                <a:solidFill>
                  <a:srgbClr val="FF0000"/>
                </a:solidFill>
                <a:prstDash val="solid"/>
                <a:miter lim="800000"/>
                <a:headEnd type="none" w="sm" len="sm"/>
                <a:tailEnd type="none" w="sm" len="sm"/>
              </a:ln>
            </p:spPr>
          </p:pic>
        </p:grpSp>
        <p:sp>
          <p:nvSpPr>
            <p:cNvPr id="389" name="Google Shape;389;p13"/>
            <p:cNvSpPr txBox="1"/>
            <p:nvPr/>
          </p:nvSpPr>
          <p:spPr>
            <a:xfrm>
              <a:off x="697706" y="13121481"/>
              <a:ext cx="3048000" cy="2430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B4993"/>
                </a:buClr>
                <a:buSzPts val="800"/>
                <a:buFont typeface="Tahoma"/>
                <a:buNone/>
              </a:pPr>
              <a:r>
                <a:rPr lang="en-US" sz="800" b="1" i="1" u="none">
                  <a:solidFill>
                    <a:srgbClr val="0B4993"/>
                  </a:solidFill>
                  <a:latin typeface="Tahoma"/>
                  <a:ea typeface="Tahoma"/>
                  <a:cs typeface="Tahoma"/>
                  <a:sym typeface="Tahoma"/>
                </a:rPr>
                <a:t>Figure 1</a:t>
              </a:r>
              <a:r>
                <a:rPr lang="en-US" sz="800" b="0" i="0" u="none">
                  <a:solidFill>
                    <a:srgbClr val="0B4993"/>
                  </a:solidFill>
                  <a:latin typeface="Tahoma"/>
                  <a:ea typeface="Tahoma"/>
                  <a:cs typeface="Tahoma"/>
                  <a:sym typeface="Tahoma"/>
                </a:rPr>
                <a:t>. Detection results with a high threshold.</a:t>
              </a:r>
              <a:endParaRPr/>
            </a:p>
          </p:txBody>
        </p:sp>
      </p:grpSp>
      <p:sp>
        <p:nvSpPr>
          <p:cNvPr id="390" name="Google Shape;390;p13"/>
          <p:cNvSpPr txBox="1"/>
          <p:nvPr/>
        </p:nvSpPr>
        <p:spPr>
          <a:xfrm>
            <a:off x="544512" y="8850312"/>
            <a:ext cx="22098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B4993"/>
              </a:buClr>
              <a:buSzPts val="1400"/>
              <a:buFont typeface="Tahoma"/>
              <a:buNone/>
            </a:pPr>
            <a:r>
              <a:rPr lang="en-US" sz="1400" b="1" i="0" u="none">
                <a:solidFill>
                  <a:srgbClr val="0B4993"/>
                </a:solidFill>
                <a:latin typeface="Tahoma"/>
                <a:ea typeface="Tahoma"/>
                <a:cs typeface="Tahoma"/>
                <a:sym typeface="Tahoma"/>
              </a:rPr>
              <a:t>1.  Face Detection</a:t>
            </a:r>
            <a:endParaRPr/>
          </a:p>
        </p:txBody>
      </p:sp>
      <p:sp>
        <p:nvSpPr>
          <p:cNvPr id="391" name="Google Shape;391;p13"/>
          <p:cNvSpPr txBox="1"/>
          <p:nvPr/>
        </p:nvSpPr>
        <p:spPr>
          <a:xfrm>
            <a:off x="4049712" y="8850312"/>
            <a:ext cx="25908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B4993"/>
              </a:buClr>
              <a:buSzPts val="1400"/>
              <a:buFont typeface="Tahoma"/>
              <a:buNone/>
            </a:pPr>
            <a:r>
              <a:rPr lang="en-US" sz="1400" b="1" i="0" u="none">
                <a:solidFill>
                  <a:srgbClr val="0B4993"/>
                </a:solidFill>
                <a:latin typeface="Tahoma"/>
                <a:ea typeface="Tahoma"/>
                <a:cs typeface="Tahoma"/>
                <a:sym typeface="Tahoma"/>
              </a:rPr>
              <a:t>2.  Face-Track Extraction</a:t>
            </a:r>
            <a:endParaRPr/>
          </a:p>
        </p:txBody>
      </p:sp>
      <p:sp>
        <p:nvSpPr>
          <p:cNvPr id="392" name="Google Shape;392;p13"/>
          <p:cNvSpPr txBox="1"/>
          <p:nvPr/>
        </p:nvSpPr>
        <p:spPr>
          <a:xfrm>
            <a:off x="4125912" y="9774237"/>
            <a:ext cx="2895600" cy="1015800"/>
          </a:xfrm>
          <a:prstGeom prst="rect">
            <a:avLst/>
          </a:prstGeom>
          <a:noFill/>
          <a:ln>
            <a:noFill/>
          </a:ln>
        </p:spPr>
        <p:txBody>
          <a:bodyPr spcFirstLastPara="1" wrap="square" lIns="91425" tIns="45700" rIns="91425" bIns="45700" anchor="t" anchorCtr="0">
            <a:spAutoFit/>
          </a:bodyPr>
          <a:lstStyle/>
          <a:p>
            <a:pPr marL="228600" marR="0" lvl="0" indent="-228600" algn="just" rtl="0">
              <a:lnSpc>
                <a:spcPct val="100000"/>
              </a:lnSpc>
              <a:spcBef>
                <a:spcPts val="0"/>
              </a:spcBef>
              <a:spcAft>
                <a:spcPts val="0"/>
              </a:spcAft>
              <a:buClr>
                <a:schemeClr val="dk1"/>
              </a:buClr>
              <a:buSzPts val="1200"/>
              <a:buFont typeface="Tahoma"/>
              <a:buChar char="•"/>
            </a:pPr>
            <a:r>
              <a:rPr lang="en-US" sz="1200" b="0" i="0" u="none">
                <a:solidFill>
                  <a:schemeClr val="dk1"/>
                </a:solidFill>
                <a:latin typeface="Tahoma"/>
                <a:ea typeface="Tahoma"/>
                <a:cs typeface="Tahoma"/>
                <a:sym typeface="Tahoma"/>
              </a:rPr>
              <a:t>The number of key points that pass through pairs of faces in consecutive frames was computed to make decision on grouping faces into face-tracks.</a:t>
            </a:r>
            <a:endParaRPr/>
          </a:p>
        </p:txBody>
      </p:sp>
      <p:sp>
        <p:nvSpPr>
          <p:cNvPr id="393" name="Google Shape;393;p13"/>
          <p:cNvSpPr txBox="1"/>
          <p:nvPr/>
        </p:nvSpPr>
        <p:spPr>
          <a:xfrm>
            <a:off x="4125912" y="10602912"/>
            <a:ext cx="2819400" cy="646500"/>
          </a:xfrm>
          <a:prstGeom prst="rect">
            <a:avLst/>
          </a:prstGeom>
          <a:noFill/>
          <a:ln>
            <a:noFill/>
          </a:ln>
        </p:spPr>
        <p:txBody>
          <a:bodyPr spcFirstLastPara="1" wrap="square" lIns="91425" tIns="45700" rIns="91425" bIns="45700" anchor="t" anchorCtr="0">
            <a:spAutoFit/>
          </a:bodyPr>
          <a:lstStyle/>
          <a:p>
            <a:pPr marL="228600" marR="0" lvl="0" indent="-228600" algn="l" rtl="0">
              <a:lnSpc>
                <a:spcPct val="100000"/>
              </a:lnSpc>
              <a:spcBef>
                <a:spcPts val="0"/>
              </a:spcBef>
              <a:spcAft>
                <a:spcPts val="0"/>
              </a:spcAft>
              <a:buClr>
                <a:schemeClr val="dk1"/>
              </a:buClr>
              <a:buSzPts val="1200"/>
              <a:buFont typeface="Tahoma"/>
              <a:buChar char="•"/>
            </a:pPr>
            <a:r>
              <a:rPr lang="en-US" sz="1200" b="0" i="0" u="none">
                <a:solidFill>
                  <a:schemeClr val="dk1"/>
                </a:solidFill>
                <a:latin typeface="Tahoma"/>
                <a:ea typeface="Tahoma"/>
                <a:cs typeface="Tahoma"/>
                <a:sym typeface="Tahoma"/>
              </a:rPr>
              <a:t>Several treatments are proposed to handle tracking traps in news video.</a:t>
            </a:r>
            <a:endParaRPr/>
          </a:p>
        </p:txBody>
      </p:sp>
      <p:sp>
        <p:nvSpPr>
          <p:cNvPr id="394" name="Google Shape;394;p13"/>
          <p:cNvSpPr txBox="1"/>
          <p:nvPr/>
        </p:nvSpPr>
        <p:spPr>
          <a:xfrm>
            <a:off x="620712" y="13041312"/>
            <a:ext cx="25908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B4993"/>
              </a:buClr>
              <a:buSzPts val="1400"/>
              <a:buFont typeface="Tahoma"/>
              <a:buNone/>
            </a:pPr>
            <a:r>
              <a:rPr lang="en-US" sz="1400" b="1" i="0" u="none">
                <a:solidFill>
                  <a:srgbClr val="0B4993"/>
                </a:solidFill>
                <a:latin typeface="Tahoma"/>
                <a:ea typeface="Tahoma"/>
                <a:cs typeface="Tahoma"/>
                <a:sym typeface="Tahoma"/>
              </a:rPr>
              <a:t>3.  Face-Track Matching</a:t>
            </a:r>
            <a:endParaRPr/>
          </a:p>
        </p:txBody>
      </p:sp>
      <p:sp>
        <p:nvSpPr>
          <p:cNvPr id="395" name="Google Shape;395;p13"/>
          <p:cNvSpPr txBox="1"/>
          <p:nvPr/>
        </p:nvSpPr>
        <p:spPr>
          <a:xfrm>
            <a:off x="4278312" y="11026775"/>
            <a:ext cx="2667000" cy="646500"/>
          </a:xfrm>
          <a:prstGeom prst="rect">
            <a:avLst/>
          </a:prstGeom>
          <a:noFill/>
          <a:ln>
            <a:noFill/>
          </a:ln>
        </p:spPr>
        <p:txBody>
          <a:bodyPr spcFirstLastPara="1" wrap="square" lIns="91425" tIns="45700" rIns="91425" bIns="45700" anchor="t" anchorCtr="0">
            <a:spAutoFit/>
          </a:bodyPr>
          <a:lstStyle/>
          <a:p>
            <a:pPr marL="0" marR="0" lvl="0" indent="-76200" algn="l" rtl="0">
              <a:lnSpc>
                <a:spcPct val="100000"/>
              </a:lnSpc>
              <a:spcBef>
                <a:spcPts val="0"/>
              </a:spcBef>
              <a:spcAft>
                <a:spcPts val="0"/>
              </a:spcAft>
              <a:buClr>
                <a:schemeClr val="dk1"/>
              </a:buClr>
              <a:buSzPts val="1200"/>
              <a:buFont typeface="Noto Sans Symbols"/>
              <a:buChar char="▪"/>
            </a:pPr>
            <a:r>
              <a:rPr lang="en-US" sz="1200" b="0" i="0" u="none">
                <a:solidFill>
                  <a:schemeClr val="dk1"/>
                </a:solidFill>
                <a:latin typeface="Tahoma"/>
                <a:ea typeface="Tahoma"/>
                <a:cs typeface="Tahoma"/>
                <a:sym typeface="Tahoma"/>
              </a:rPr>
              <a:t>  Flash-frame detector.</a:t>
            </a:r>
            <a:endParaRPr/>
          </a:p>
          <a:p>
            <a:pPr marL="0" marR="0" lvl="0" indent="-76200" algn="l" rtl="0">
              <a:lnSpc>
                <a:spcPct val="100000"/>
              </a:lnSpc>
              <a:spcBef>
                <a:spcPts val="0"/>
              </a:spcBef>
              <a:spcAft>
                <a:spcPts val="0"/>
              </a:spcAft>
              <a:buClr>
                <a:schemeClr val="dk1"/>
              </a:buClr>
              <a:buSzPts val="1200"/>
              <a:buFont typeface="Noto Sans Symbols"/>
              <a:buChar char="▪"/>
            </a:pPr>
            <a:r>
              <a:rPr lang="en-US" sz="1200" b="0" i="0" u="none">
                <a:solidFill>
                  <a:schemeClr val="dk1"/>
                </a:solidFill>
                <a:latin typeface="Tahoma"/>
                <a:ea typeface="Tahoma"/>
                <a:cs typeface="Tahoma"/>
                <a:sym typeface="Tahoma"/>
              </a:rPr>
              <a:t>  Adaptively generating key points.</a:t>
            </a:r>
            <a:endParaRPr/>
          </a:p>
          <a:p>
            <a:pPr marL="0" marR="0" lvl="0" indent="0" algn="l" rtl="0">
              <a:lnSpc>
                <a:spcPct val="100000"/>
              </a:lnSpc>
              <a:spcBef>
                <a:spcPts val="0"/>
              </a:spcBef>
              <a:spcAft>
                <a:spcPts val="0"/>
              </a:spcAft>
              <a:buClr>
                <a:schemeClr val="dk1"/>
              </a:buClr>
              <a:buSzPts val="1200"/>
              <a:buFont typeface="Tahoma"/>
              <a:buNone/>
            </a:pPr>
            <a:r>
              <a:rPr lang="en-US" sz="1200" b="0" i="0" u="none">
                <a:solidFill>
                  <a:schemeClr val="dk1"/>
                </a:solidFill>
                <a:latin typeface="Tahoma"/>
                <a:ea typeface="Tahoma"/>
                <a:cs typeface="Tahoma"/>
                <a:sym typeface="Tahoma"/>
              </a:rPr>
              <a:t> </a:t>
            </a:r>
            <a:endParaRPr/>
          </a:p>
        </p:txBody>
      </p:sp>
      <p:grpSp>
        <p:nvGrpSpPr>
          <p:cNvPr id="396" name="Google Shape;396;p13"/>
          <p:cNvGrpSpPr/>
          <p:nvPr/>
        </p:nvGrpSpPr>
        <p:grpSpPr>
          <a:xfrm>
            <a:off x="4114903" y="11443780"/>
            <a:ext cx="3135273" cy="2356941"/>
            <a:chOff x="3505794" y="10835481"/>
            <a:chExt cx="3211712" cy="2461814"/>
          </a:xfrm>
        </p:grpSpPr>
        <p:grpSp>
          <p:nvGrpSpPr>
            <p:cNvPr id="397" name="Google Shape;397;p13"/>
            <p:cNvGrpSpPr/>
            <p:nvPr/>
          </p:nvGrpSpPr>
          <p:grpSpPr>
            <a:xfrm>
              <a:off x="3505794" y="10911828"/>
              <a:ext cx="2922440" cy="2385467"/>
              <a:chOff x="7223719" y="10226028"/>
              <a:chExt cx="2922440" cy="2385467"/>
            </a:xfrm>
          </p:grpSpPr>
          <p:pic>
            <p:nvPicPr>
              <p:cNvPr id="398" name="Google Shape;398;p13"/>
              <p:cNvPicPr preferRelativeResize="0"/>
              <p:nvPr/>
            </p:nvPicPr>
            <p:blipFill rotWithShape="1">
              <a:blip r:embed="rId41">
                <a:alphaModFix/>
              </a:blip>
              <a:srcRect/>
              <a:stretch/>
            </p:blipFill>
            <p:spPr>
              <a:xfrm>
                <a:off x="7248626" y="10994294"/>
                <a:ext cx="149872" cy="1177882"/>
              </a:xfrm>
              <a:prstGeom prst="rect">
                <a:avLst/>
              </a:prstGeom>
              <a:noFill/>
              <a:ln>
                <a:noFill/>
              </a:ln>
            </p:spPr>
          </p:pic>
          <p:pic>
            <p:nvPicPr>
              <p:cNvPr id="399" name="Google Shape;399;p13"/>
              <p:cNvPicPr preferRelativeResize="0"/>
              <p:nvPr/>
            </p:nvPicPr>
            <p:blipFill rotWithShape="1">
              <a:blip r:embed="rId42">
                <a:alphaModFix/>
              </a:blip>
              <a:srcRect/>
              <a:stretch/>
            </p:blipFill>
            <p:spPr>
              <a:xfrm>
                <a:off x="7261115" y="12019370"/>
                <a:ext cx="2504118" cy="592125"/>
              </a:xfrm>
              <a:prstGeom prst="rect">
                <a:avLst/>
              </a:prstGeom>
              <a:noFill/>
              <a:ln>
                <a:noFill/>
              </a:ln>
            </p:spPr>
          </p:pic>
          <p:pic>
            <p:nvPicPr>
              <p:cNvPr id="400" name="Google Shape;400;p13"/>
              <p:cNvPicPr preferRelativeResize="0"/>
              <p:nvPr/>
            </p:nvPicPr>
            <p:blipFill rotWithShape="1">
              <a:blip r:embed="rId43">
                <a:alphaModFix/>
              </a:blip>
              <a:srcRect/>
              <a:stretch/>
            </p:blipFill>
            <p:spPr>
              <a:xfrm>
                <a:off x="9615361" y="11942967"/>
                <a:ext cx="530798" cy="668528"/>
              </a:xfrm>
              <a:prstGeom prst="rect">
                <a:avLst/>
              </a:prstGeom>
              <a:noFill/>
              <a:ln>
                <a:noFill/>
              </a:ln>
            </p:spPr>
          </p:pic>
          <p:grpSp>
            <p:nvGrpSpPr>
              <p:cNvPr id="401" name="Google Shape;401;p13"/>
              <p:cNvGrpSpPr/>
              <p:nvPr/>
            </p:nvGrpSpPr>
            <p:grpSpPr>
              <a:xfrm>
                <a:off x="8470399" y="10226028"/>
                <a:ext cx="1163362" cy="1016632"/>
                <a:chOff x="4410075" y="9737725"/>
                <a:chExt cx="1163479" cy="1050131"/>
              </a:xfrm>
            </p:grpSpPr>
            <p:sp>
              <p:nvSpPr>
                <p:cNvPr id="402" name="Google Shape;402;p13"/>
                <p:cNvSpPr/>
                <p:nvPr/>
              </p:nvSpPr>
              <p:spPr>
                <a:xfrm>
                  <a:off x="4410075" y="9737725"/>
                  <a:ext cx="1163479" cy="1050131"/>
                </a:xfrm>
                <a:custGeom>
                  <a:avLst/>
                  <a:gdLst/>
                  <a:ahLst/>
                  <a:cxnLst/>
                  <a:rect l="l" t="t" r="r" b="b"/>
                  <a:pathLst>
                    <a:path w="1333500" h="1200150" extrusionOk="0">
                      <a:moveTo>
                        <a:pt x="523875" y="987425"/>
                      </a:moveTo>
                      <a:cubicBezTo>
                        <a:pt x="390525" y="939800"/>
                        <a:pt x="347662" y="928687"/>
                        <a:pt x="276225" y="882650"/>
                      </a:cubicBezTo>
                      <a:cubicBezTo>
                        <a:pt x="204788" y="836613"/>
                        <a:pt x="138112" y="790575"/>
                        <a:pt x="95250" y="711200"/>
                      </a:cubicBezTo>
                      <a:cubicBezTo>
                        <a:pt x="52388" y="631825"/>
                        <a:pt x="31750" y="504825"/>
                        <a:pt x="19050" y="406400"/>
                      </a:cubicBezTo>
                      <a:cubicBezTo>
                        <a:pt x="6350" y="307975"/>
                        <a:pt x="0" y="185738"/>
                        <a:pt x="19050" y="120650"/>
                      </a:cubicBezTo>
                      <a:cubicBezTo>
                        <a:pt x="38100" y="55562"/>
                        <a:pt x="79375" y="31750"/>
                        <a:pt x="133350" y="15875"/>
                      </a:cubicBezTo>
                      <a:cubicBezTo>
                        <a:pt x="187325" y="0"/>
                        <a:pt x="284163" y="11113"/>
                        <a:pt x="342900" y="25400"/>
                      </a:cubicBezTo>
                      <a:cubicBezTo>
                        <a:pt x="401638" y="39688"/>
                        <a:pt x="449263" y="52388"/>
                        <a:pt x="485775" y="101600"/>
                      </a:cubicBezTo>
                      <a:cubicBezTo>
                        <a:pt x="522288" y="150813"/>
                        <a:pt x="534988" y="257175"/>
                        <a:pt x="561975" y="320675"/>
                      </a:cubicBezTo>
                      <a:cubicBezTo>
                        <a:pt x="588962" y="384175"/>
                        <a:pt x="600075" y="442913"/>
                        <a:pt x="647700" y="482600"/>
                      </a:cubicBezTo>
                      <a:cubicBezTo>
                        <a:pt x="695325" y="522287"/>
                        <a:pt x="779463" y="536575"/>
                        <a:pt x="847725" y="558800"/>
                      </a:cubicBezTo>
                      <a:cubicBezTo>
                        <a:pt x="915987" y="581025"/>
                        <a:pt x="992187" y="596900"/>
                        <a:pt x="1057275" y="615950"/>
                      </a:cubicBezTo>
                      <a:cubicBezTo>
                        <a:pt x="1122363" y="635000"/>
                        <a:pt x="1198563" y="644525"/>
                        <a:pt x="1238250" y="673100"/>
                      </a:cubicBezTo>
                      <a:cubicBezTo>
                        <a:pt x="1277938" y="701675"/>
                        <a:pt x="1279525" y="736600"/>
                        <a:pt x="1295400" y="787400"/>
                      </a:cubicBezTo>
                      <a:cubicBezTo>
                        <a:pt x="1311275" y="838200"/>
                        <a:pt x="1333500" y="927100"/>
                        <a:pt x="1333500" y="977900"/>
                      </a:cubicBezTo>
                      <a:cubicBezTo>
                        <a:pt x="1333500" y="1028700"/>
                        <a:pt x="1317625" y="1060450"/>
                        <a:pt x="1295400" y="1092200"/>
                      </a:cubicBezTo>
                      <a:cubicBezTo>
                        <a:pt x="1273175" y="1123950"/>
                        <a:pt x="1236663" y="1155700"/>
                        <a:pt x="1200150" y="1168400"/>
                      </a:cubicBezTo>
                      <a:cubicBezTo>
                        <a:pt x="1163638" y="1181100"/>
                        <a:pt x="1195388" y="1200150"/>
                        <a:pt x="1076325" y="1168400"/>
                      </a:cubicBezTo>
                      <a:cubicBezTo>
                        <a:pt x="957263" y="1136650"/>
                        <a:pt x="657225" y="1035050"/>
                        <a:pt x="523875" y="987425"/>
                      </a:cubicBezTo>
                      <a:close/>
                    </a:path>
                  </a:pathLst>
                </a:custGeom>
                <a:noFill/>
                <a:ln w="9525"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pic>
              <p:nvPicPr>
                <p:cNvPr id="403" name="Google Shape;403;p13" descr="G:\ICVS\CNNPMResult\22\001589.jpg"/>
                <p:cNvPicPr preferRelativeResize="0"/>
                <p:nvPr/>
              </p:nvPicPr>
              <p:blipFill rotWithShape="1">
                <a:blip r:embed="rId44">
                  <a:alphaModFix/>
                </a:blip>
                <a:srcRect/>
                <a:stretch/>
              </p:blipFill>
              <p:spPr>
                <a:xfrm>
                  <a:off x="4583906" y="10073481"/>
                  <a:ext cx="252255" cy="252386"/>
                </a:xfrm>
                <a:prstGeom prst="rect">
                  <a:avLst/>
                </a:prstGeom>
                <a:noFill/>
                <a:ln>
                  <a:noFill/>
                </a:ln>
              </p:spPr>
            </p:pic>
            <p:pic>
              <p:nvPicPr>
                <p:cNvPr id="404" name="Google Shape;404;p13" descr="G:\ICVS\CNNPMResult\22\001603.jpg"/>
                <p:cNvPicPr preferRelativeResize="0"/>
                <p:nvPr/>
              </p:nvPicPr>
              <p:blipFill rotWithShape="1">
                <a:blip r:embed="rId45">
                  <a:alphaModFix/>
                </a:blip>
                <a:srcRect/>
                <a:stretch/>
              </p:blipFill>
              <p:spPr>
                <a:xfrm>
                  <a:off x="5017451" y="10302081"/>
                  <a:ext cx="255448" cy="255581"/>
                </a:xfrm>
                <a:prstGeom prst="rect">
                  <a:avLst/>
                </a:prstGeom>
                <a:noFill/>
                <a:ln>
                  <a:noFill/>
                </a:ln>
              </p:spPr>
            </p:pic>
            <p:pic>
              <p:nvPicPr>
                <p:cNvPr id="405" name="Google Shape;405;p13" descr="G:\ICVS\CNNPMResult\22\001609.jpg"/>
                <p:cNvPicPr preferRelativeResize="0"/>
                <p:nvPr/>
              </p:nvPicPr>
              <p:blipFill rotWithShape="1">
                <a:blip r:embed="rId46">
                  <a:alphaModFix/>
                </a:blip>
                <a:srcRect/>
                <a:stretch/>
              </p:blipFill>
              <p:spPr>
                <a:xfrm>
                  <a:off x="4788851" y="10225881"/>
                  <a:ext cx="249062" cy="249191"/>
                </a:xfrm>
                <a:prstGeom prst="rect">
                  <a:avLst/>
                </a:prstGeom>
                <a:noFill/>
                <a:ln>
                  <a:noFill/>
                </a:ln>
              </p:spPr>
            </p:pic>
            <p:pic>
              <p:nvPicPr>
                <p:cNvPr id="406" name="Google Shape;406;p13" descr="G:\ICVS\CNNPMResult\22\001613.jpg"/>
                <p:cNvPicPr preferRelativeResize="0"/>
                <p:nvPr/>
              </p:nvPicPr>
              <p:blipFill rotWithShape="1">
                <a:blip r:embed="rId47">
                  <a:alphaModFix/>
                </a:blip>
                <a:srcRect/>
                <a:stretch/>
              </p:blipFill>
              <p:spPr>
                <a:xfrm>
                  <a:off x="5193506" y="10416381"/>
                  <a:ext cx="265027" cy="265165"/>
                </a:xfrm>
                <a:prstGeom prst="rect">
                  <a:avLst/>
                </a:prstGeom>
                <a:noFill/>
                <a:ln>
                  <a:noFill/>
                </a:ln>
              </p:spPr>
            </p:pic>
            <p:pic>
              <p:nvPicPr>
                <p:cNvPr id="407" name="Google Shape;407;p13" descr="G:\ICVS\CNNPMResult\22\001614.jpg"/>
                <p:cNvPicPr preferRelativeResize="0"/>
                <p:nvPr/>
              </p:nvPicPr>
              <p:blipFill rotWithShape="1">
                <a:blip r:embed="rId48">
                  <a:alphaModFix/>
                </a:blip>
                <a:srcRect/>
                <a:stretch/>
              </p:blipFill>
              <p:spPr>
                <a:xfrm>
                  <a:off x="4484051" y="9844881"/>
                  <a:ext cx="252255" cy="252386"/>
                </a:xfrm>
                <a:prstGeom prst="rect">
                  <a:avLst/>
                </a:prstGeom>
                <a:noFill/>
                <a:ln>
                  <a:noFill/>
                </a:ln>
              </p:spPr>
            </p:pic>
          </p:grpSp>
          <p:grpSp>
            <p:nvGrpSpPr>
              <p:cNvPr id="408" name="Google Shape;408;p13"/>
              <p:cNvGrpSpPr/>
              <p:nvPr/>
            </p:nvGrpSpPr>
            <p:grpSpPr>
              <a:xfrm>
                <a:off x="8311661" y="11504695"/>
                <a:ext cx="1682582" cy="734618"/>
                <a:chOff x="4016375" y="11017250"/>
                <a:chExt cx="1682750" cy="758825"/>
              </a:xfrm>
            </p:grpSpPr>
            <p:sp>
              <p:nvSpPr>
                <p:cNvPr id="409" name="Google Shape;409;p13"/>
                <p:cNvSpPr/>
                <p:nvPr/>
              </p:nvSpPr>
              <p:spPr>
                <a:xfrm>
                  <a:off x="4016375" y="11017250"/>
                  <a:ext cx="1682750" cy="758825"/>
                </a:xfrm>
                <a:custGeom>
                  <a:avLst/>
                  <a:gdLst/>
                  <a:ahLst/>
                  <a:cxnLst/>
                  <a:rect l="l" t="t" r="r" b="b"/>
                  <a:pathLst>
                    <a:path w="1682750" h="758825" extrusionOk="0">
                      <a:moveTo>
                        <a:pt x="146050" y="612775"/>
                      </a:moveTo>
                      <a:cubicBezTo>
                        <a:pt x="225425" y="646112"/>
                        <a:pt x="384175" y="676275"/>
                        <a:pt x="498475" y="698500"/>
                      </a:cubicBezTo>
                      <a:cubicBezTo>
                        <a:pt x="612775" y="720725"/>
                        <a:pt x="728663" y="738188"/>
                        <a:pt x="831850" y="746125"/>
                      </a:cubicBezTo>
                      <a:cubicBezTo>
                        <a:pt x="935037" y="754062"/>
                        <a:pt x="1031875" y="758825"/>
                        <a:pt x="1117600" y="746125"/>
                      </a:cubicBezTo>
                      <a:cubicBezTo>
                        <a:pt x="1203325" y="733425"/>
                        <a:pt x="1292225" y="693737"/>
                        <a:pt x="1346200" y="669925"/>
                      </a:cubicBezTo>
                      <a:cubicBezTo>
                        <a:pt x="1400175" y="646113"/>
                        <a:pt x="1404938" y="631825"/>
                        <a:pt x="1441450" y="603250"/>
                      </a:cubicBezTo>
                      <a:cubicBezTo>
                        <a:pt x="1477962" y="574675"/>
                        <a:pt x="1530350" y="533400"/>
                        <a:pt x="1565275" y="498475"/>
                      </a:cubicBezTo>
                      <a:cubicBezTo>
                        <a:pt x="1600200" y="463550"/>
                        <a:pt x="1631950" y="430212"/>
                        <a:pt x="1651000" y="393700"/>
                      </a:cubicBezTo>
                      <a:cubicBezTo>
                        <a:pt x="1670050" y="357188"/>
                        <a:pt x="1676400" y="323850"/>
                        <a:pt x="1679575" y="279400"/>
                      </a:cubicBezTo>
                      <a:cubicBezTo>
                        <a:pt x="1682750" y="234950"/>
                        <a:pt x="1677987" y="163512"/>
                        <a:pt x="1670050" y="127000"/>
                      </a:cubicBezTo>
                      <a:cubicBezTo>
                        <a:pt x="1662113" y="90488"/>
                        <a:pt x="1657350" y="79375"/>
                        <a:pt x="1631950" y="60325"/>
                      </a:cubicBezTo>
                      <a:cubicBezTo>
                        <a:pt x="1606550" y="41275"/>
                        <a:pt x="1555750" y="20637"/>
                        <a:pt x="1517650" y="12700"/>
                      </a:cubicBezTo>
                      <a:cubicBezTo>
                        <a:pt x="1479550" y="4763"/>
                        <a:pt x="1446213" y="0"/>
                        <a:pt x="1403350" y="12700"/>
                      </a:cubicBezTo>
                      <a:cubicBezTo>
                        <a:pt x="1360488" y="25400"/>
                        <a:pt x="1309687" y="58738"/>
                        <a:pt x="1260475" y="88900"/>
                      </a:cubicBezTo>
                      <a:cubicBezTo>
                        <a:pt x="1211263" y="119062"/>
                        <a:pt x="1155700" y="161925"/>
                        <a:pt x="1108075" y="193675"/>
                      </a:cubicBezTo>
                      <a:cubicBezTo>
                        <a:pt x="1060450" y="225425"/>
                        <a:pt x="1016000" y="263525"/>
                        <a:pt x="974725" y="279400"/>
                      </a:cubicBezTo>
                      <a:cubicBezTo>
                        <a:pt x="933450" y="295275"/>
                        <a:pt x="906462" y="292100"/>
                        <a:pt x="860425" y="288925"/>
                      </a:cubicBezTo>
                      <a:cubicBezTo>
                        <a:pt x="814388" y="285750"/>
                        <a:pt x="752475" y="271462"/>
                        <a:pt x="698500" y="260350"/>
                      </a:cubicBezTo>
                      <a:cubicBezTo>
                        <a:pt x="644525" y="249238"/>
                        <a:pt x="536575" y="222250"/>
                        <a:pt x="536575" y="222250"/>
                      </a:cubicBezTo>
                      <a:cubicBezTo>
                        <a:pt x="482600" y="209550"/>
                        <a:pt x="425450" y="193675"/>
                        <a:pt x="374650" y="184150"/>
                      </a:cubicBezTo>
                      <a:cubicBezTo>
                        <a:pt x="323850" y="174625"/>
                        <a:pt x="280987" y="157163"/>
                        <a:pt x="231775" y="165100"/>
                      </a:cubicBezTo>
                      <a:cubicBezTo>
                        <a:pt x="182563" y="173037"/>
                        <a:pt x="111125" y="207963"/>
                        <a:pt x="79375" y="231775"/>
                      </a:cubicBezTo>
                      <a:cubicBezTo>
                        <a:pt x="47625" y="255587"/>
                        <a:pt x="50800" y="282575"/>
                        <a:pt x="41275" y="307975"/>
                      </a:cubicBezTo>
                      <a:cubicBezTo>
                        <a:pt x="31750" y="333375"/>
                        <a:pt x="25400" y="352425"/>
                        <a:pt x="22225" y="384175"/>
                      </a:cubicBezTo>
                      <a:cubicBezTo>
                        <a:pt x="19050" y="415925"/>
                        <a:pt x="0" y="460375"/>
                        <a:pt x="22225" y="498475"/>
                      </a:cubicBezTo>
                      <a:cubicBezTo>
                        <a:pt x="44450" y="536575"/>
                        <a:pt x="66675" y="579438"/>
                        <a:pt x="146050" y="612775"/>
                      </a:cubicBezTo>
                      <a:close/>
                    </a:path>
                  </a:pathLst>
                </a:custGeom>
                <a:noFill/>
                <a:ln w="9525" cap="flat" cmpd="sng">
                  <a:solidFill>
                    <a:srgbClr val="071AC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pic>
              <p:nvPicPr>
                <p:cNvPr id="410" name="Google Shape;410;p13" descr="G:\ICVS\ABCPMResult\5\000994.jpg"/>
                <p:cNvPicPr preferRelativeResize="0"/>
                <p:nvPr/>
              </p:nvPicPr>
              <p:blipFill rotWithShape="1">
                <a:blip r:embed="rId49">
                  <a:alphaModFix/>
                </a:blip>
                <a:srcRect/>
                <a:stretch/>
              </p:blipFill>
              <p:spPr>
                <a:xfrm>
                  <a:off x="4470305" y="11368881"/>
                  <a:ext cx="248554" cy="248683"/>
                </a:xfrm>
                <a:prstGeom prst="rect">
                  <a:avLst/>
                </a:prstGeom>
                <a:noFill/>
                <a:ln>
                  <a:noFill/>
                </a:ln>
              </p:spPr>
            </p:pic>
            <p:pic>
              <p:nvPicPr>
                <p:cNvPr id="411" name="Google Shape;411;p13" descr="G:\ICVS\ABCPMResult\5\000995.jpg"/>
                <p:cNvPicPr preferRelativeResize="0"/>
                <p:nvPr/>
              </p:nvPicPr>
              <p:blipFill rotWithShape="1">
                <a:blip r:embed="rId11">
                  <a:alphaModFix/>
                </a:blip>
                <a:srcRect/>
                <a:stretch/>
              </p:blipFill>
              <p:spPr>
                <a:xfrm>
                  <a:off x="4775105" y="11445081"/>
                  <a:ext cx="260981" cy="261117"/>
                </a:xfrm>
                <a:prstGeom prst="rect">
                  <a:avLst/>
                </a:prstGeom>
                <a:noFill/>
                <a:ln>
                  <a:noFill/>
                </a:ln>
              </p:spPr>
            </p:pic>
            <p:pic>
              <p:nvPicPr>
                <p:cNvPr id="412" name="Google Shape;412;p13" descr="G:\ICVS\ABCPMResult\5\001029.jpg"/>
                <p:cNvPicPr preferRelativeResize="0"/>
                <p:nvPr/>
              </p:nvPicPr>
              <p:blipFill rotWithShape="1">
                <a:blip r:embed="rId12">
                  <a:alphaModFix/>
                </a:blip>
                <a:srcRect/>
                <a:stretch/>
              </p:blipFill>
              <p:spPr>
                <a:xfrm>
                  <a:off x="5079905" y="11292681"/>
                  <a:ext cx="266001" cy="266139"/>
                </a:xfrm>
                <a:prstGeom prst="rect">
                  <a:avLst/>
                </a:prstGeom>
                <a:noFill/>
                <a:ln>
                  <a:noFill/>
                </a:ln>
              </p:spPr>
            </p:pic>
            <p:pic>
              <p:nvPicPr>
                <p:cNvPr id="413" name="Google Shape;413;p13" descr="G:\ICVS\ABCPMResult\5\001030.jpg"/>
                <p:cNvPicPr preferRelativeResize="0"/>
                <p:nvPr/>
              </p:nvPicPr>
              <p:blipFill rotWithShape="1">
                <a:blip r:embed="rId13">
                  <a:alphaModFix/>
                </a:blip>
                <a:srcRect/>
                <a:stretch/>
              </p:blipFill>
              <p:spPr>
                <a:xfrm>
                  <a:off x="5308505" y="11140281"/>
                  <a:ext cx="266001" cy="266139"/>
                </a:xfrm>
                <a:prstGeom prst="rect">
                  <a:avLst/>
                </a:prstGeom>
                <a:noFill/>
                <a:ln>
                  <a:noFill/>
                </a:ln>
              </p:spPr>
            </p:pic>
            <p:pic>
              <p:nvPicPr>
                <p:cNvPr id="414" name="Google Shape;414;p13" descr="G:\ICVS\ABCPMResult\5\001038.jpg"/>
                <p:cNvPicPr preferRelativeResize="0"/>
                <p:nvPr/>
              </p:nvPicPr>
              <p:blipFill rotWithShape="1">
                <a:blip r:embed="rId50">
                  <a:alphaModFix/>
                </a:blip>
                <a:srcRect/>
                <a:stretch/>
              </p:blipFill>
              <p:spPr>
                <a:xfrm>
                  <a:off x="4165505" y="11292681"/>
                  <a:ext cx="248554" cy="248683"/>
                </a:xfrm>
                <a:prstGeom prst="rect">
                  <a:avLst/>
                </a:prstGeom>
                <a:noFill/>
                <a:ln>
                  <a:noFill/>
                </a:ln>
              </p:spPr>
            </p:pic>
          </p:grpSp>
          <p:grpSp>
            <p:nvGrpSpPr>
              <p:cNvPr id="415" name="Google Shape;415;p13"/>
              <p:cNvGrpSpPr/>
              <p:nvPr/>
            </p:nvGrpSpPr>
            <p:grpSpPr>
              <a:xfrm>
                <a:off x="7556093" y="10283655"/>
                <a:ext cx="823735" cy="1073438"/>
                <a:chOff x="3507581" y="9882981"/>
                <a:chExt cx="823817" cy="1108809"/>
              </a:xfrm>
            </p:grpSpPr>
            <p:pic>
              <p:nvPicPr>
                <p:cNvPr id="416" name="Google Shape;416;p13" descr="E:\SITIS\0204_Tracks\83\18675_12.jpg"/>
                <p:cNvPicPr preferRelativeResize="0"/>
                <p:nvPr/>
              </p:nvPicPr>
              <p:blipFill rotWithShape="1">
                <a:blip r:embed="rId51">
                  <a:alphaModFix/>
                </a:blip>
                <a:srcRect/>
                <a:stretch/>
              </p:blipFill>
              <p:spPr>
                <a:xfrm>
                  <a:off x="3593306" y="9997281"/>
                  <a:ext cx="272257" cy="272257"/>
                </a:xfrm>
                <a:prstGeom prst="rect">
                  <a:avLst/>
                </a:prstGeom>
                <a:noFill/>
                <a:ln>
                  <a:noFill/>
                </a:ln>
              </p:spPr>
            </p:pic>
            <p:pic>
              <p:nvPicPr>
                <p:cNvPr id="417" name="Google Shape;417;p13" descr="E:\SITIS\0204_Tracks\83\18692_13.jpg"/>
                <p:cNvPicPr preferRelativeResize="0"/>
                <p:nvPr/>
              </p:nvPicPr>
              <p:blipFill rotWithShape="1">
                <a:blip r:embed="rId52">
                  <a:alphaModFix/>
                </a:blip>
                <a:srcRect/>
                <a:stretch/>
              </p:blipFill>
              <p:spPr>
                <a:xfrm>
                  <a:off x="3821906" y="10149681"/>
                  <a:ext cx="272257" cy="272257"/>
                </a:xfrm>
                <a:prstGeom prst="rect">
                  <a:avLst/>
                </a:prstGeom>
                <a:noFill/>
                <a:ln>
                  <a:noFill/>
                </a:ln>
              </p:spPr>
            </p:pic>
            <p:pic>
              <p:nvPicPr>
                <p:cNvPr id="418" name="Google Shape;418;p13" descr="E:\SITIS\0204_Tracks\83\18579_13.jpg"/>
                <p:cNvPicPr preferRelativeResize="0"/>
                <p:nvPr/>
              </p:nvPicPr>
              <p:blipFill rotWithShape="1">
                <a:blip r:embed="rId53">
                  <a:alphaModFix/>
                </a:blip>
                <a:srcRect/>
                <a:stretch/>
              </p:blipFill>
              <p:spPr>
                <a:xfrm>
                  <a:off x="3821906" y="10606881"/>
                  <a:ext cx="272257" cy="272257"/>
                </a:xfrm>
                <a:prstGeom prst="rect">
                  <a:avLst/>
                </a:prstGeom>
                <a:noFill/>
                <a:ln>
                  <a:noFill/>
                </a:ln>
              </p:spPr>
            </p:pic>
            <p:pic>
              <p:nvPicPr>
                <p:cNvPr id="419" name="Google Shape;419;p13" descr="E:\SITIS\0204_Tracks\83\18688_11.jpg"/>
                <p:cNvPicPr preferRelativeResize="0"/>
                <p:nvPr/>
              </p:nvPicPr>
              <p:blipFill rotWithShape="1">
                <a:blip r:embed="rId54">
                  <a:alphaModFix/>
                </a:blip>
                <a:srcRect/>
                <a:stretch/>
              </p:blipFill>
              <p:spPr>
                <a:xfrm>
                  <a:off x="3964781" y="10349706"/>
                  <a:ext cx="272257" cy="272257"/>
                </a:xfrm>
                <a:prstGeom prst="rect">
                  <a:avLst/>
                </a:prstGeom>
                <a:noFill/>
                <a:ln>
                  <a:noFill/>
                </a:ln>
              </p:spPr>
            </p:pic>
            <p:sp>
              <p:nvSpPr>
                <p:cNvPr id="420" name="Google Shape;420;p13"/>
                <p:cNvSpPr/>
                <p:nvPr/>
              </p:nvSpPr>
              <p:spPr>
                <a:xfrm>
                  <a:off x="3507581" y="9882981"/>
                  <a:ext cx="823817" cy="1108809"/>
                </a:xfrm>
                <a:custGeom>
                  <a:avLst/>
                  <a:gdLst/>
                  <a:ahLst/>
                  <a:cxnLst/>
                  <a:rect l="l" t="t" r="r" b="b"/>
                  <a:pathLst>
                    <a:path w="885825" h="1249362" extrusionOk="0">
                      <a:moveTo>
                        <a:pt x="22225" y="496887"/>
                      </a:moveTo>
                      <a:cubicBezTo>
                        <a:pt x="34925" y="549275"/>
                        <a:pt x="50800" y="549275"/>
                        <a:pt x="79375" y="573087"/>
                      </a:cubicBezTo>
                      <a:cubicBezTo>
                        <a:pt x="107950" y="596899"/>
                        <a:pt x="168275" y="622299"/>
                        <a:pt x="193675" y="639762"/>
                      </a:cubicBezTo>
                      <a:cubicBezTo>
                        <a:pt x="219075" y="657225"/>
                        <a:pt x="223838" y="657225"/>
                        <a:pt x="231775" y="677862"/>
                      </a:cubicBezTo>
                      <a:cubicBezTo>
                        <a:pt x="239713" y="698500"/>
                        <a:pt x="239713" y="735012"/>
                        <a:pt x="241300" y="763587"/>
                      </a:cubicBezTo>
                      <a:cubicBezTo>
                        <a:pt x="242888" y="792162"/>
                        <a:pt x="244475" y="820737"/>
                        <a:pt x="241300" y="849312"/>
                      </a:cubicBezTo>
                      <a:cubicBezTo>
                        <a:pt x="238125" y="877887"/>
                        <a:pt x="225425" y="898525"/>
                        <a:pt x="222250" y="935037"/>
                      </a:cubicBezTo>
                      <a:cubicBezTo>
                        <a:pt x="219075" y="971549"/>
                        <a:pt x="214313" y="1033462"/>
                        <a:pt x="222250" y="1068387"/>
                      </a:cubicBezTo>
                      <a:cubicBezTo>
                        <a:pt x="230187" y="1103312"/>
                        <a:pt x="242888" y="1120775"/>
                        <a:pt x="269875" y="1144587"/>
                      </a:cubicBezTo>
                      <a:cubicBezTo>
                        <a:pt x="296862" y="1168399"/>
                        <a:pt x="339725" y="1193800"/>
                        <a:pt x="384175" y="1211262"/>
                      </a:cubicBezTo>
                      <a:cubicBezTo>
                        <a:pt x="428625" y="1228724"/>
                        <a:pt x="490538" y="1249362"/>
                        <a:pt x="536575" y="1249362"/>
                      </a:cubicBezTo>
                      <a:cubicBezTo>
                        <a:pt x="582612" y="1249362"/>
                        <a:pt x="620713" y="1233487"/>
                        <a:pt x="660400" y="1211262"/>
                      </a:cubicBezTo>
                      <a:cubicBezTo>
                        <a:pt x="700087" y="1189037"/>
                        <a:pt x="742950" y="1158874"/>
                        <a:pt x="774700" y="1116012"/>
                      </a:cubicBezTo>
                      <a:cubicBezTo>
                        <a:pt x="806450" y="1073150"/>
                        <a:pt x="833438" y="1014412"/>
                        <a:pt x="850900" y="954087"/>
                      </a:cubicBezTo>
                      <a:cubicBezTo>
                        <a:pt x="868362" y="893762"/>
                        <a:pt x="874713" y="811212"/>
                        <a:pt x="879475" y="754062"/>
                      </a:cubicBezTo>
                      <a:cubicBezTo>
                        <a:pt x="884238" y="696912"/>
                        <a:pt x="885825" y="655637"/>
                        <a:pt x="879475" y="611187"/>
                      </a:cubicBezTo>
                      <a:cubicBezTo>
                        <a:pt x="873125" y="566737"/>
                        <a:pt x="860425" y="533399"/>
                        <a:pt x="841375" y="487362"/>
                      </a:cubicBezTo>
                      <a:cubicBezTo>
                        <a:pt x="822325" y="441325"/>
                        <a:pt x="790575" y="374650"/>
                        <a:pt x="765175" y="334962"/>
                      </a:cubicBezTo>
                      <a:cubicBezTo>
                        <a:pt x="739775" y="295275"/>
                        <a:pt x="717550" y="282575"/>
                        <a:pt x="688975" y="249237"/>
                      </a:cubicBezTo>
                      <a:cubicBezTo>
                        <a:pt x="660400" y="215900"/>
                        <a:pt x="633412" y="169862"/>
                        <a:pt x="593725" y="134937"/>
                      </a:cubicBezTo>
                      <a:cubicBezTo>
                        <a:pt x="554038" y="100012"/>
                        <a:pt x="511175" y="61912"/>
                        <a:pt x="450850" y="39687"/>
                      </a:cubicBezTo>
                      <a:cubicBezTo>
                        <a:pt x="390525" y="17462"/>
                        <a:pt x="293687" y="0"/>
                        <a:pt x="231775" y="1587"/>
                      </a:cubicBezTo>
                      <a:cubicBezTo>
                        <a:pt x="169863" y="3174"/>
                        <a:pt x="109537" y="33337"/>
                        <a:pt x="79375" y="49212"/>
                      </a:cubicBezTo>
                      <a:cubicBezTo>
                        <a:pt x="49213" y="65087"/>
                        <a:pt x="63500" y="61912"/>
                        <a:pt x="50800" y="96837"/>
                      </a:cubicBezTo>
                      <a:cubicBezTo>
                        <a:pt x="38100" y="131762"/>
                        <a:pt x="6350" y="188912"/>
                        <a:pt x="3175" y="258762"/>
                      </a:cubicBezTo>
                      <a:cubicBezTo>
                        <a:pt x="0" y="328612"/>
                        <a:pt x="9525" y="444500"/>
                        <a:pt x="22225" y="496887"/>
                      </a:cubicBezTo>
                      <a:close/>
                    </a:path>
                  </a:pathLst>
                </a:custGeom>
                <a:noFill/>
                <a:ln w="9525" cap="flat" cmpd="sng">
                  <a:solidFill>
                    <a:srgbClr val="00B05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grpSp>
          <p:sp>
            <p:nvSpPr>
              <p:cNvPr id="421" name="Google Shape;421;p13"/>
              <p:cNvSpPr/>
              <p:nvPr/>
            </p:nvSpPr>
            <p:spPr>
              <a:xfrm rot="590712">
                <a:off x="7234993" y="12212250"/>
                <a:ext cx="893052" cy="208578"/>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5B5BA0"/>
                  </a:buClr>
                  <a:buSzPts val="1200"/>
                  <a:buFont typeface="Times"/>
                  <a:buNone/>
                </a:pPr>
                <a:r>
                  <a:rPr lang="en-US" sz="1200" b="1" i="0" u="none" strike="noStrike" cap="none" baseline="30000">
                    <a:solidFill>
                      <a:srgbClr val="5B5BA0"/>
                    </a:solidFill>
                    <a:latin typeface="Times"/>
                    <a:ea typeface="Times"/>
                    <a:cs typeface="Times"/>
                    <a:sym typeface="Times"/>
                  </a:rPr>
                  <a:t>Feature Space</a:t>
                </a:r>
                <a:endParaRPr/>
              </a:p>
            </p:txBody>
          </p:sp>
          <p:cxnSp>
            <p:nvCxnSpPr>
              <p:cNvPr id="422" name="Google Shape;422;p13"/>
              <p:cNvCxnSpPr/>
              <p:nvPr/>
            </p:nvCxnSpPr>
            <p:spPr>
              <a:xfrm rot="10800000" flipH="1">
                <a:off x="8285381" y="10673026"/>
                <a:ext cx="358800" cy="194100"/>
              </a:xfrm>
              <a:prstGeom prst="straightConnector1">
                <a:avLst/>
              </a:prstGeom>
              <a:noFill/>
              <a:ln w="19050" cap="rnd" cmpd="sng">
                <a:solidFill>
                  <a:srgbClr val="C00000"/>
                </a:solidFill>
                <a:prstDash val="solid"/>
                <a:miter lim="800000"/>
                <a:headEnd type="none" w="med" len="med"/>
                <a:tailEnd type="none" w="med" len="med"/>
              </a:ln>
            </p:spPr>
          </p:cxnSp>
          <p:sp>
            <p:nvSpPr>
              <p:cNvPr id="423" name="Google Shape;423;p13"/>
              <p:cNvSpPr txBox="1"/>
              <p:nvPr/>
            </p:nvSpPr>
            <p:spPr>
              <a:xfrm rot="-1859889">
                <a:off x="8166446" y="10796142"/>
                <a:ext cx="685617" cy="28770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C00000"/>
                  </a:buClr>
                  <a:buSzPts val="600"/>
                  <a:buFont typeface="Tahoma"/>
                  <a:buNone/>
                </a:pPr>
                <a:r>
                  <a:rPr lang="en-US" sz="600" b="1" i="0" u="none">
                    <a:solidFill>
                      <a:srgbClr val="C00000"/>
                    </a:solidFill>
                    <a:latin typeface="Tahoma"/>
                    <a:ea typeface="Tahoma"/>
                    <a:cs typeface="Tahoma"/>
                    <a:sym typeface="Tahoma"/>
                  </a:rPr>
                  <a:t>Min-Min </a:t>
                </a:r>
                <a:endParaRPr/>
              </a:p>
              <a:p>
                <a:pPr marL="0" marR="0" lvl="0" indent="0" algn="ctr" rtl="0">
                  <a:lnSpc>
                    <a:spcPct val="100000"/>
                  </a:lnSpc>
                  <a:spcBef>
                    <a:spcPts val="0"/>
                  </a:spcBef>
                  <a:spcAft>
                    <a:spcPts val="0"/>
                  </a:spcAft>
                  <a:buClr>
                    <a:srgbClr val="C00000"/>
                  </a:buClr>
                  <a:buSzPts val="600"/>
                  <a:buFont typeface="Tahoma"/>
                  <a:buNone/>
                </a:pPr>
                <a:r>
                  <a:rPr lang="en-US" sz="600" b="1" i="0" u="none">
                    <a:solidFill>
                      <a:srgbClr val="C00000"/>
                    </a:solidFill>
                    <a:latin typeface="Tahoma"/>
                    <a:ea typeface="Tahoma"/>
                    <a:cs typeface="Tahoma"/>
                    <a:sym typeface="Tahoma"/>
                  </a:rPr>
                  <a:t>distance</a:t>
                </a:r>
                <a:endParaRPr/>
              </a:p>
            </p:txBody>
          </p:sp>
        </p:grpSp>
        <p:cxnSp>
          <p:nvCxnSpPr>
            <p:cNvPr id="424" name="Google Shape;424;p13"/>
            <p:cNvCxnSpPr/>
            <p:nvPr/>
          </p:nvCxnSpPr>
          <p:spPr>
            <a:xfrm>
              <a:off x="5574506" y="10911681"/>
              <a:ext cx="228600" cy="1500"/>
            </a:xfrm>
            <a:prstGeom prst="straightConnector1">
              <a:avLst/>
            </a:prstGeom>
            <a:noFill/>
            <a:ln w="9525" cap="flat" cmpd="sng">
              <a:solidFill>
                <a:srgbClr val="FF0000"/>
              </a:solidFill>
              <a:prstDash val="solid"/>
              <a:miter lim="800000"/>
              <a:headEnd type="none" w="med" len="med"/>
              <a:tailEnd type="none" w="med" len="med"/>
            </a:ln>
          </p:spPr>
        </p:cxnSp>
        <p:cxnSp>
          <p:nvCxnSpPr>
            <p:cNvPr id="425" name="Google Shape;425;p13"/>
            <p:cNvCxnSpPr/>
            <p:nvPr/>
          </p:nvCxnSpPr>
          <p:spPr>
            <a:xfrm>
              <a:off x="5574506" y="11064081"/>
              <a:ext cx="228600" cy="1500"/>
            </a:xfrm>
            <a:prstGeom prst="straightConnector1">
              <a:avLst/>
            </a:prstGeom>
            <a:noFill/>
            <a:ln w="9525" cap="flat" cmpd="sng">
              <a:solidFill>
                <a:srgbClr val="00B050"/>
              </a:solidFill>
              <a:prstDash val="solid"/>
              <a:miter lim="800000"/>
              <a:headEnd type="none" w="med" len="med"/>
              <a:tailEnd type="none" w="med" len="med"/>
            </a:ln>
          </p:spPr>
        </p:cxnSp>
        <p:cxnSp>
          <p:nvCxnSpPr>
            <p:cNvPr id="426" name="Google Shape;426;p13"/>
            <p:cNvCxnSpPr/>
            <p:nvPr/>
          </p:nvCxnSpPr>
          <p:spPr>
            <a:xfrm>
              <a:off x="5574506" y="11214893"/>
              <a:ext cx="228600" cy="1500"/>
            </a:xfrm>
            <a:prstGeom prst="straightConnector1">
              <a:avLst/>
            </a:prstGeom>
            <a:noFill/>
            <a:ln w="9525" cap="flat" cmpd="sng">
              <a:solidFill>
                <a:srgbClr val="071ACD"/>
              </a:solidFill>
              <a:prstDash val="solid"/>
              <a:miter lim="800000"/>
              <a:headEnd type="none" w="med" len="med"/>
              <a:tailEnd type="none" w="med" len="med"/>
            </a:ln>
          </p:spPr>
        </p:cxnSp>
        <p:sp>
          <p:nvSpPr>
            <p:cNvPr id="427" name="Google Shape;427;p13"/>
            <p:cNvSpPr txBox="1"/>
            <p:nvPr/>
          </p:nvSpPr>
          <p:spPr>
            <a:xfrm>
              <a:off x="5803106" y="11130755"/>
              <a:ext cx="914400" cy="176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B4993"/>
                </a:buClr>
                <a:buSzPts val="500"/>
                <a:buFont typeface="Tahoma"/>
                <a:buNone/>
              </a:pPr>
              <a:r>
                <a:rPr lang="en-US" sz="500" b="1" i="0" u="none">
                  <a:solidFill>
                    <a:srgbClr val="0B4993"/>
                  </a:solidFill>
                  <a:latin typeface="Tahoma"/>
                  <a:ea typeface="Tahoma"/>
                  <a:cs typeface="Tahoma"/>
                  <a:sym typeface="Tahoma"/>
                </a:rPr>
                <a:t>Face-Track Y</a:t>
              </a:r>
              <a:endParaRPr/>
            </a:p>
          </p:txBody>
        </p:sp>
        <p:sp>
          <p:nvSpPr>
            <p:cNvPr id="428" name="Google Shape;428;p13"/>
            <p:cNvSpPr txBox="1"/>
            <p:nvPr/>
          </p:nvSpPr>
          <p:spPr>
            <a:xfrm>
              <a:off x="5803106" y="10978356"/>
              <a:ext cx="914400" cy="176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B4993"/>
                </a:buClr>
                <a:buSzPts val="500"/>
                <a:buFont typeface="Tahoma"/>
                <a:buNone/>
              </a:pPr>
              <a:r>
                <a:rPr lang="en-US" sz="500" b="1" i="0" u="none">
                  <a:solidFill>
                    <a:srgbClr val="0B4993"/>
                  </a:solidFill>
                  <a:latin typeface="Tahoma"/>
                  <a:ea typeface="Tahoma"/>
                  <a:cs typeface="Tahoma"/>
                  <a:sym typeface="Tahoma"/>
                </a:rPr>
                <a:t>Face-Track Z</a:t>
              </a:r>
              <a:endParaRPr/>
            </a:p>
          </p:txBody>
        </p:sp>
        <p:sp>
          <p:nvSpPr>
            <p:cNvPr id="429" name="Google Shape;429;p13"/>
            <p:cNvSpPr txBox="1"/>
            <p:nvPr/>
          </p:nvSpPr>
          <p:spPr>
            <a:xfrm>
              <a:off x="5803106" y="10835481"/>
              <a:ext cx="914400" cy="176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B4993"/>
                </a:buClr>
                <a:buSzPts val="500"/>
                <a:buFont typeface="Tahoma"/>
                <a:buNone/>
              </a:pPr>
              <a:r>
                <a:rPr lang="en-US" sz="500" b="1" i="0" u="none">
                  <a:solidFill>
                    <a:srgbClr val="0B4993"/>
                  </a:solidFill>
                  <a:latin typeface="Tahoma"/>
                  <a:ea typeface="Tahoma"/>
                  <a:cs typeface="Tahoma"/>
                  <a:sym typeface="Tahoma"/>
                </a:rPr>
                <a:t>Face-Track X</a:t>
              </a:r>
              <a:endParaRPr/>
            </a:p>
          </p:txBody>
        </p:sp>
      </p:grpSp>
      <p:sp>
        <p:nvSpPr>
          <p:cNvPr id="430" name="Google Shape;430;p13"/>
          <p:cNvSpPr txBox="1"/>
          <p:nvPr/>
        </p:nvSpPr>
        <p:spPr>
          <a:xfrm>
            <a:off x="696912" y="13312775"/>
            <a:ext cx="3200400" cy="646500"/>
          </a:xfrm>
          <a:prstGeom prst="rect">
            <a:avLst/>
          </a:prstGeom>
          <a:noFill/>
          <a:ln>
            <a:noFill/>
          </a:ln>
        </p:spPr>
        <p:txBody>
          <a:bodyPr spcFirstLastPara="1" wrap="square" lIns="91425" tIns="45700" rIns="91425" bIns="45700" anchor="t" anchorCtr="0">
            <a:spAutoFit/>
          </a:bodyPr>
          <a:lstStyle/>
          <a:p>
            <a:pPr marL="228600" marR="0" lvl="0" indent="-228600" algn="just" rtl="0">
              <a:lnSpc>
                <a:spcPct val="100000"/>
              </a:lnSpc>
              <a:spcBef>
                <a:spcPts val="0"/>
              </a:spcBef>
              <a:spcAft>
                <a:spcPts val="0"/>
              </a:spcAft>
              <a:buClr>
                <a:schemeClr val="dk1"/>
              </a:buClr>
              <a:buSzPts val="1200"/>
              <a:buFont typeface="Tahoma"/>
              <a:buChar char="•"/>
            </a:pPr>
            <a:r>
              <a:rPr lang="en-US" sz="1200" b="0" i="0" u="none">
                <a:solidFill>
                  <a:schemeClr val="dk1"/>
                </a:solidFill>
                <a:latin typeface="Tahoma"/>
                <a:ea typeface="Tahoma"/>
                <a:cs typeface="Tahoma"/>
                <a:sym typeface="Tahoma"/>
              </a:rPr>
              <a:t>Face-track matching is done by applying similarity estimation methods (e.g. Min-Min distance) on the feature space.</a:t>
            </a:r>
            <a:endParaRPr/>
          </a:p>
        </p:txBody>
      </p:sp>
      <p:sp>
        <p:nvSpPr>
          <p:cNvPr id="431" name="Google Shape;431;p13"/>
          <p:cNvSpPr txBox="1"/>
          <p:nvPr/>
        </p:nvSpPr>
        <p:spPr>
          <a:xfrm>
            <a:off x="5649912" y="3082925"/>
            <a:ext cx="4267200" cy="1200600"/>
          </a:xfrm>
          <a:prstGeom prst="rect">
            <a:avLst/>
          </a:prstGeom>
          <a:noFill/>
          <a:ln>
            <a:noFill/>
          </a:ln>
        </p:spPr>
        <p:txBody>
          <a:bodyPr spcFirstLastPara="1" wrap="square" lIns="91425" tIns="45700" rIns="91425" bIns="45700" anchor="t" anchorCtr="0">
            <a:spAutoFit/>
          </a:bodyPr>
          <a:lstStyle/>
          <a:p>
            <a:pPr marL="171450" marR="0" lvl="0" indent="-171450" algn="just" rtl="0">
              <a:lnSpc>
                <a:spcPct val="100000"/>
              </a:lnSpc>
              <a:spcBef>
                <a:spcPts val="0"/>
              </a:spcBef>
              <a:spcAft>
                <a:spcPts val="0"/>
              </a:spcAft>
              <a:buClr>
                <a:schemeClr val="dk1"/>
              </a:buClr>
              <a:buSzPts val="1200"/>
              <a:buFont typeface="Tahoma"/>
              <a:buChar char="•"/>
            </a:pPr>
            <a:endParaRPr/>
          </a:p>
        </p:txBody>
      </p:sp>
      <p:sp>
        <p:nvSpPr>
          <p:cNvPr id="432" name="Google Shape;432;p13"/>
          <p:cNvSpPr txBox="1"/>
          <p:nvPr/>
        </p:nvSpPr>
        <p:spPr>
          <a:xfrm>
            <a:off x="5649912" y="4329112"/>
            <a:ext cx="4267200" cy="461700"/>
          </a:xfrm>
          <a:prstGeom prst="rect">
            <a:avLst/>
          </a:prstGeom>
          <a:noFill/>
          <a:ln>
            <a:noFill/>
          </a:ln>
        </p:spPr>
        <p:txBody>
          <a:bodyPr spcFirstLastPara="1" wrap="square" lIns="91425" tIns="45700" rIns="91425" bIns="45700" anchor="t" anchorCtr="0">
            <a:spAutoFit/>
          </a:bodyPr>
          <a:lstStyle/>
          <a:p>
            <a:pPr marL="171450" marR="0" lvl="0" indent="-171450" algn="just" rtl="0">
              <a:lnSpc>
                <a:spcPct val="100000"/>
              </a:lnSpc>
              <a:spcBef>
                <a:spcPts val="0"/>
              </a:spcBef>
              <a:spcAft>
                <a:spcPts val="0"/>
              </a:spcAft>
              <a:buClr>
                <a:schemeClr val="dk1"/>
              </a:buClr>
              <a:buSzPts val="1200"/>
              <a:buFont typeface="Tahoma"/>
              <a:buChar char="•"/>
            </a:pPr>
            <a:endParaRPr/>
          </a:p>
        </p:txBody>
      </p:sp>
      <p:sp>
        <p:nvSpPr>
          <p:cNvPr id="433" name="Google Shape;433;p13"/>
          <p:cNvSpPr txBox="1"/>
          <p:nvPr/>
        </p:nvSpPr>
        <p:spPr>
          <a:xfrm>
            <a:off x="620712" y="3090862"/>
            <a:ext cx="4267200" cy="461700"/>
          </a:xfrm>
          <a:prstGeom prst="rect">
            <a:avLst/>
          </a:prstGeom>
          <a:noFill/>
          <a:ln>
            <a:noFill/>
          </a:ln>
        </p:spPr>
        <p:txBody>
          <a:bodyPr spcFirstLastPara="1" wrap="square" lIns="91425" tIns="45700" rIns="91425" bIns="45700" anchor="t" anchorCtr="0">
            <a:spAutoFit/>
          </a:bodyPr>
          <a:lstStyle/>
          <a:p>
            <a:pPr marL="171450" marR="0" lvl="0" indent="0" algn="just" rtl="0">
              <a:lnSpc>
                <a:spcPct val="100000"/>
              </a:lnSpc>
              <a:spcBef>
                <a:spcPts val="0"/>
              </a:spcBef>
              <a:spcAft>
                <a:spcPts val="0"/>
              </a:spcAft>
              <a:buClr>
                <a:schemeClr val="dk1"/>
              </a:buClr>
              <a:buSzPts val="1200"/>
              <a:buFont typeface="Tahoma"/>
              <a:buNone/>
            </a:pPr>
            <a:endParaRPr/>
          </a:p>
        </p:txBody>
      </p:sp>
      <p:sp>
        <p:nvSpPr>
          <p:cNvPr id="434" name="Google Shape;434;p13"/>
          <p:cNvSpPr txBox="1"/>
          <p:nvPr/>
        </p:nvSpPr>
        <p:spPr>
          <a:xfrm>
            <a:off x="925512" y="3538537"/>
            <a:ext cx="3962400" cy="461700"/>
          </a:xfrm>
          <a:prstGeom prst="rect">
            <a:avLst/>
          </a:prstGeom>
          <a:noFill/>
          <a:ln>
            <a:noFill/>
          </a:ln>
        </p:spPr>
        <p:txBody>
          <a:bodyPr spcFirstLastPara="1" wrap="square" lIns="91425" tIns="45700" rIns="91425" bIns="45700" anchor="t" anchorCtr="0">
            <a:spAutoFit/>
          </a:bodyPr>
          <a:lstStyle/>
          <a:p>
            <a:pPr marL="171450" marR="0" lvl="0" indent="-171450" algn="just" rtl="0">
              <a:lnSpc>
                <a:spcPct val="100000"/>
              </a:lnSpc>
              <a:spcBef>
                <a:spcPts val="0"/>
              </a:spcBef>
              <a:spcAft>
                <a:spcPts val="0"/>
              </a:spcAft>
              <a:buClr>
                <a:schemeClr val="dk1"/>
              </a:buClr>
              <a:buSzPts val="1200"/>
              <a:buFont typeface="Tahoma"/>
              <a:buChar char="•"/>
            </a:pPr>
            <a:endParaRPr/>
          </a:p>
        </p:txBody>
      </p:sp>
      <p:sp>
        <p:nvSpPr>
          <p:cNvPr id="435" name="Google Shape;435;p13"/>
          <p:cNvSpPr txBox="1"/>
          <p:nvPr/>
        </p:nvSpPr>
        <p:spPr>
          <a:xfrm>
            <a:off x="925512" y="4014787"/>
            <a:ext cx="4038600" cy="461700"/>
          </a:xfrm>
          <a:prstGeom prst="rect">
            <a:avLst/>
          </a:prstGeom>
          <a:noFill/>
          <a:ln>
            <a:noFill/>
          </a:ln>
        </p:spPr>
        <p:txBody>
          <a:bodyPr spcFirstLastPara="1" wrap="square" lIns="91425" tIns="45700" rIns="91425" bIns="45700" anchor="t" anchorCtr="0">
            <a:spAutoFit/>
          </a:bodyPr>
          <a:lstStyle/>
          <a:p>
            <a:pPr marL="171450" marR="0" lvl="0" indent="-171450" algn="just" rtl="0">
              <a:lnSpc>
                <a:spcPct val="100000"/>
              </a:lnSpc>
              <a:spcBef>
                <a:spcPts val="0"/>
              </a:spcBef>
              <a:spcAft>
                <a:spcPts val="0"/>
              </a:spcAft>
              <a:buClr>
                <a:schemeClr val="dk1"/>
              </a:buClr>
              <a:buSzPts val="1200"/>
              <a:buFont typeface="Tahoma"/>
              <a:buChar char="•"/>
            </a:pPr>
            <a:endParaRPr/>
          </a:p>
        </p:txBody>
      </p:sp>
      <p:sp>
        <p:nvSpPr>
          <p:cNvPr id="436" name="Google Shape;436;p13"/>
          <p:cNvSpPr txBox="1"/>
          <p:nvPr/>
        </p:nvSpPr>
        <p:spPr>
          <a:xfrm>
            <a:off x="925512" y="4510087"/>
            <a:ext cx="3962400" cy="276900"/>
          </a:xfrm>
          <a:prstGeom prst="rect">
            <a:avLst/>
          </a:prstGeom>
          <a:noFill/>
          <a:ln>
            <a:noFill/>
          </a:ln>
        </p:spPr>
        <p:txBody>
          <a:bodyPr spcFirstLastPara="1" wrap="square" lIns="91425" tIns="45700" rIns="91425" bIns="45700" anchor="t" anchorCtr="0">
            <a:spAutoFit/>
          </a:bodyPr>
          <a:lstStyle/>
          <a:p>
            <a:pPr marL="171450" marR="0" lvl="0" indent="-171450" algn="just" rtl="0">
              <a:lnSpc>
                <a:spcPct val="100000"/>
              </a:lnSpc>
              <a:spcBef>
                <a:spcPts val="0"/>
              </a:spcBef>
              <a:spcAft>
                <a:spcPts val="0"/>
              </a:spcAft>
              <a:buClr>
                <a:schemeClr val="dk1"/>
              </a:buClr>
              <a:buSzPts val="1200"/>
              <a:buFont typeface="Tahoma"/>
              <a:buChar char="•"/>
            </a:pPr>
            <a:endParaRPr/>
          </a:p>
        </p:txBody>
      </p:sp>
      <p:grpSp>
        <p:nvGrpSpPr>
          <p:cNvPr id="437" name="Google Shape;437;p13"/>
          <p:cNvGrpSpPr/>
          <p:nvPr/>
        </p:nvGrpSpPr>
        <p:grpSpPr>
          <a:xfrm>
            <a:off x="6792845" y="8853349"/>
            <a:ext cx="3581271" cy="3047847"/>
            <a:chOff x="2117928" y="5513139"/>
            <a:chExt cx="4094753" cy="3445842"/>
          </a:xfrm>
        </p:grpSpPr>
        <p:sp>
          <p:nvSpPr>
            <p:cNvPr id="438" name="Google Shape;438;p13"/>
            <p:cNvSpPr/>
            <p:nvPr/>
          </p:nvSpPr>
          <p:spPr>
            <a:xfrm>
              <a:off x="2346528" y="7406481"/>
              <a:ext cx="838200" cy="609600"/>
            </a:xfrm>
            <a:prstGeom prst="roundRect">
              <a:avLst>
                <a:gd name="adj" fmla="val 16667"/>
              </a:avLst>
            </a:prstGeom>
            <a:solidFill>
              <a:srgbClr val="92D050"/>
            </a:solidFill>
            <a:ln w="9525" cap="flat" cmpd="sng">
              <a:solidFill>
                <a:srgbClr val="92D050"/>
              </a:solidFill>
              <a:prstDash val="solid"/>
              <a:round/>
              <a:headEnd type="none" w="sm" len="sm"/>
              <a:tailEnd type="none" w="sm" len="sm"/>
            </a:ln>
            <a:effectLst>
              <a:outerShdw blurRad="76200" sy="23000" kx="-1200090" algn="bl" rotWithShape="0">
                <a:srgbClr val="000000">
                  <a:alpha val="20000"/>
                </a:srgbClr>
              </a:outerShdw>
            </a:effectLst>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2400"/>
                <a:buFont typeface="Times"/>
                <a:buNone/>
              </a:pPr>
              <a:endParaRPr sz="2400" b="1" i="0" u="none" strike="noStrike" cap="none">
                <a:solidFill>
                  <a:srgbClr val="F8F8F8"/>
                </a:solidFill>
                <a:latin typeface="Calibri"/>
                <a:ea typeface="Calibri"/>
                <a:cs typeface="Calibri"/>
                <a:sym typeface="Calibri"/>
              </a:endParaRPr>
            </a:p>
          </p:txBody>
        </p:sp>
        <p:grpSp>
          <p:nvGrpSpPr>
            <p:cNvPr id="439" name="Google Shape;439;p13"/>
            <p:cNvGrpSpPr/>
            <p:nvPr/>
          </p:nvGrpSpPr>
          <p:grpSpPr>
            <a:xfrm>
              <a:off x="2386568" y="5764381"/>
              <a:ext cx="3430727" cy="1069711"/>
              <a:chOff x="415418" y="1524808"/>
              <a:chExt cx="8349300" cy="1448100"/>
            </a:xfrm>
          </p:grpSpPr>
          <p:sp>
            <p:nvSpPr>
              <p:cNvPr id="440" name="Google Shape;440;p13"/>
              <p:cNvSpPr txBox="1"/>
              <p:nvPr/>
            </p:nvSpPr>
            <p:spPr>
              <a:xfrm>
                <a:off x="415418" y="1524808"/>
                <a:ext cx="8349300" cy="1448100"/>
              </a:xfrm>
              <a:prstGeom prst="rect">
                <a:avLst/>
              </a:prstGeom>
              <a:solidFill>
                <a:srgbClr val="66666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441" name="Google Shape;441;p13"/>
              <p:cNvSpPr/>
              <p:nvPr/>
            </p:nvSpPr>
            <p:spPr>
              <a:xfrm>
                <a:off x="468429" y="2776028"/>
                <a:ext cx="260700" cy="1530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442" name="Google Shape;442;p13"/>
              <p:cNvSpPr/>
              <p:nvPr/>
            </p:nvSpPr>
            <p:spPr>
              <a:xfrm>
                <a:off x="817417" y="2773599"/>
                <a:ext cx="260700" cy="1506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443" name="Google Shape;443;p13"/>
              <p:cNvSpPr/>
              <p:nvPr/>
            </p:nvSpPr>
            <p:spPr>
              <a:xfrm>
                <a:off x="1166407" y="2776028"/>
                <a:ext cx="260700" cy="1530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444" name="Google Shape;444;p13"/>
              <p:cNvSpPr/>
              <p:nvPr/>
            </p:nvSpPr>
            <p:spPr>
              <a:xfrm>
                <a:off x="1515394" y="2773599"/>
                <a:ext cx="260700" cy="1506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445" name="Google Shape;445;p13"/>
              <p:cNvSpPr/>
              <p:nvPr/>
            </p:nvSpPr>
            <p:spPr>
              <a:xfrm>
                <a:off x="1859966" y="2776028"/>
                <a:ext cx="260700" cy="1530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446" name="Google Shape;446;p13"/>
              <p:cNvSpPr/>
              <p:nvPr/>
            </p:nvSpPr>
            <p:spPr>
              <a:xfrm>
                <a:off x="2208956" y="2773599"/>
                <a:ext cx="260700" cy="1506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447" name="Google Shape;447;p13"/>
              <p:cNvSpPr/>
              <p:nvPr/>
            </p:nvSpPr>
            <p:spPr>
              <a:xfrm>
                <a:off x="2557944" y="2776028"/>
                <a:ext cx="260700" cy="1530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448" name="Google Shape;448;p13"/>
              <p:cNvSpPr/>
              <p:nvPr/>
            </p:nvSpPr>
            <p:spPr>
              <a:xfrm>
                <a:off x="2906934" y="2773599"/>
                <a:ext cx="260700" cy="1506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449" name="Google Shape;449;p13"/>
              <p:cNvSpPr/>
              <p:nvPr/>
            </p:nvSpPr>
            <p:spPr>
              <a:xfrm>
                <a:off x="3251505" y="2776028"/>
                <a:ext cx="260700" cy="1530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450" name="Google Shape;450;p13"/>
              <p:cNvSpPr/>
              <p:nvPr/>
            </p:nvSpPr>
            <p:spPr>
              <a:xfrm>
                <a:off x="3600493" y="2773599"/>
                <a:ext cx="260700" cy="1506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451" name="Google Shape;451;p13"/>
              <p:cNvSpPr/>
              <p:nvPr/>
            </p:nvSpPr>
            <p:spPr>
              <a:xfrm>
                <a:off x="3949483" y="2776028"/>
                <a:ext cx="260700" cy="1530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452" name="Google Shape;452;p13"/>
              <p:cNvSpPr/>
              <p:nvPr/>
            </p:nvSpPr>
            <p:spPr>
              <a:xfrm>
                <a:off x="4294055" y="2773599"/>
                <a:ext cx="265200" cy="1506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453" name="Google Shape;453;p13"/>
              <p:cNvSpPr/>
              <p:nvPr/>
            </p:nvSpPr>
            <p:spPr>
              <a:xfrm>
                <a:off x="4643042" y="2776028"/>
                <a:ext cx="260700" cy="1530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454" name="Google Shape;454;p13"/>
              <p:cNvSpPr/>
              <p:nvPr/>
            </p:nvSpPr>
            <p:spPr>
              <a:xfrm>
                <a:off x="4992033" y="2773599"/>
                <a:ext cx="260700" cy="1506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455" name="Google Shape;455;p13"/>
              <p:cNvSpPr/>
              <p:nvPr/>
            </p:nvSpPr>
            <p:spPr>
              <a:xfrm>
                <a:off x="5341020" y="2776028"/>
                <a:ext cx="260700" cy="1530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456" name="Google Shape;456;p13"/>
              <p:cNvSpPr/>
              <p:nvPr/>
            </p:nvSpPr>
            <p:spPr>
              <a:xfrm>
                <a:off x="5690011" y="2773599"/>
                <a:ext cx="260700" cy="1506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457" name="Google Shape;457;p13"/>
              <p:cNvSpPr/>
              <p:nvPr/>
            </p:nvSpPr>
            <p:spPr>
              <a:xfrm>
                <a:off x="6034582" y="2776028"/>
                <a:ext cx="260700" cy="1530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458" name="Google Shape;458;p13"/>
              <p:cNvSpPr/>
              <p:nvPr/>
            </p:nvSpPr>
            <p:spPr>
              <a:xfrm>
                <a:off x="6383569" y="2773599"/>
                <a:ext cx="260700" cy="1506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459" name="Google Shape;459;p13"/>
              <p:cNvSpPr/>
              <p:nvPr/>
            </p:nvSpPr>
            <p:spPr>
              <a:xfrm>
                <a:off x="6732560" y="2776028"/>
                <a:ext cx="260700" cy="1530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460" name="Google Shape;460;p13"/>
              <p:cNvSpPr/>
              <p:nvPr/>
            </p:nvSpPr>
            <p:spPr>
              <a:xfrm>
                <a:off x="7077131" y="2773599"/>
                <a:ext cx="265200" cy="1506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461" name="Google Shape;461;p13"/>
              <p:cNvSpPr/>
              <p:nvPr/>
            </p:nvSpPr>
            <p:spPr>
              <a:xfrm>
                <a:off x="7426119" y="2776028"/>
                <a:ext cx="260700" cy="1530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462" name="Google Shape;462;p13"/>
              <p:cNvSpPr/>
              <p:nvPr/>
            </p:nvSpPr>
            <p:spPr>
              <a:xfrm>
                <a:off x="7775109" y="2773599"/>
                <a:ext cx="260700" cy="1506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463" name="Google Shape;463;p13"/>
              <p:cNvSpPr/>
              <p:nvPr/>
            </p:nvSpPr>
            <p:spPr>
              <a:xfrm>
                <a:off x="8124097" y="2776028"/>
                <a:ext cx="260700" cy="1530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464" name="Google Shape;464;p13"/>
              <p:cNvSpPr/>
              <p:nvPr/>
            </p:nvSpPr>
            <p:spPr>
              <a:xfrm>
                <a:off x="8473087" y="2773599"/>
                <a:ext cx="260700" cy="1506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465" name="Google Shape;465;p13"/>
              <p:cNvSpPr/>
              <p:nvPr/>
            </p:nvSpPr>
            <p:spPr>
              <a:xfrm>
                <a:off x="481680" y="1568540"/>
                <a:ext cx="260700" cy="1506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466" name="Google Shape;466;p13"/>
              <p:cNvSpPr/>
              <p:nvPr/>
            </p:nvSpPr>
            <p:spPr>
              <a:xfrm>
                <a:off x="830671" y="1563681"/>
                <a:ext cx="260700" cy="1530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467" name="Google Shape;467;p13"/>
              <p:cNvSpPr/>
              <p:nvPr/>
            </p:nvSpPr>
            <p:spPr>
              <a:xfrm>
                <a:off x="1175242" y="1568540"/>
                <a:ext cx="260700" cy="1506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468" name="Google Shape;468;p13"/>
              <p:cNvSpPr/>
              <p:nvPr/>
            </p:nvSpPr>
            <p:spPr>
              <a:xfrm>
                <a:off x="1524230" y="1563681"/>
                <a:ext cx="260700" cy="1530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469" name="Google Shape;469;p13"/>
              <p:cNvSpPr/>
              <p:nvPr/>
            </p:nvSpPr>
            <p:spPr>
              <a:xfrm>
                <a:off x="1873220" y="1568540"/>
                <a:ext cx="260700" cy="1506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470" name="Google Shape;470;p13"/>
              <p:cNvSpPr/>
              <p:nvPr/>
            </p:nvSpPr>
            <p:spPr>
              <a:xfrm>
                <a:off x="2222208" y="1563681"/>
                <a:ext cx="260700" cy="1530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471" name="Google Shape;471;p13"/>
              <p:cNvSpPr/>
              <p:nvPr/>
            </p:nvSpPr>
            <p:spPr>
              <a:xfrm>
                <a:off x="2566779" y="1568540"/>
                <a:ext cx="265200" cy="1506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472" name="Google Shape;472;p13"/>
              <p:cNvSpPr/>
              <p:nvPr/>
            </p:nvSpPr>
            <p:spPr>
              <a:xfrm>
                <a:off x="2915769" y="1563681"/>
                <a:ext cx="260700" cy="1530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473" name="Google Shape;473;p13"/>
              <p:cNvSpPr/>
              <p:nvPr/>
            </p:nvSpPr>
            <p:spPr>
              <a:xfrm>
                <a:off x="3264757" y="1568540"/>
                <a:ext cx="260700" cy="1506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474" name="Google Shape;474;p13"/>
              <p:cNvSpPr/>
              <p:nvPr/>
            </p:nvSpPr>
            <p:spPr>
              <a:xfrm>
                <a:off x="3609328" y="1563681"/>
                <a:ext cx="260700" cy="1530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475" name="Google Shape;475;p13"/>
              <p:cNvSpPr/>
              <p:nvPr/>
            </p:nvSpPr>
            <p:spPr>
              <a:xfrm>
                <a:off x="3958319" y="1568540"/>
                <a:ext cx="260700" cy="1506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476" name="Google Shape;476;p13"/>
              <p:cNvSpPr/>
              <p:nvPr/>
            </p:nvSpPr>
            <p:spPr>
              <a:xfrm>
                <a:off x="4307306" y="1563681"/>
                <a:ext cx="260700" cy="1530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477" name="Google Shape;477;p13"/>
              <p:cNvSpPr/>
              <p:nvPr/>
            </p:nvSpPr>
            <p:spPr>
              <a:xfrm>
                <a:off x="4656296" y="1568540"/>
                <a:ext cx="260700" cy="1506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478" name="Google Shape;478;p13"/>
              <p:cNvSpPr/>
              <p:nvPr/>
            </p:nvSpPr>
            <p:spPr>
              <a:xfrm>
                <a:off x="5005284" y="1563681"/>
                <a:ext cx="260700" cy="1530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479" name="Google Shape;479;p13"/>
              <p:cNvSpPr/>
              <p:nvPr/>
            </p:nvSpPr>
            <p:spPr>
              <a:xfrm>
                <a:off x="5349855" y="1568540"/>
                <a:ext cx="260700" cy="1506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480" name="Google Shape;480;p13"/>
              <p:cNvSpPr/>
              <p:nvPr/>
            </p:nvSpPr>
            <p:spPr>
              <a:xfrm>
                <a:off x="5698846" y="1563681"/>
                <a:ext cx="260700" cy="1530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481" name="Google Shape;481;p13"/>
              <p:cNvSpPr/>
              <p:nvPr/>
            </p:nvSpPr>
            <p:spPr>
              <a:xfrm>
                <a:off x="6047833" y="1568540"/>
                <a:ext cx="260700" cy="1506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482" name="Google Shape;482;p13"/>
              <p:cNvSpPr/>
              <p:nvPr/>
            </p:nvSpPr>
            <p:spPr>
              <a:xfrm>
                <a:off x="6392405" y="1563681"/>
                <a:ext cx="260700" cy="1530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483" name="Google Shape;483;p13"/>
              <p:cNvSpPr/>
              <p:nvPr/>
            </p:nvSpPr>
            <p:spPr>
              <a:xfrm>
                <a:off x="6741395" y="1568540"/>
                <a:ext cx="260700" cy="1506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484" name="Google Shape;484;p13"/>
              <p:cNvSpPr/>
              <p:nvPr/>
            </p:nvSpPr>
            <p:spPr>
              <a:xfrm>
                <a:off x="7090383" y="1563681"/>
                <a:ext cx="260700" cy="1530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485" name="Google Shape;485;p13"/>
              <p:cNvSpPr/>
              <p:nvPr/>
            </p:nvSpPr>
            <p:spPr>
              <a:xfrm>
                <a:off x="7439373" y="1568540"/>
                <a:ext cx="260700" cy="1506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486" name="Google Shape;486;p13"/>
              <p:cNvSpPr/>
              <p:nvPr/>
            </p:nvSpPr>
            <p:spPr>
              <a:xfrm>
                <a:off x="7788360" y="1563681"/>
                <a:ext cx="260700" cy="1530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487" name="Google Shape;487;p13"/>
              <p:cNvSpPr/>
              <p:nvPr/>
            </p:nvSpPr>
            <p:spPr>
              <a:xfrm>
                <a:off x="8132932" y="1568540"/>
                <a:ext cx="260700" cy="1506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488" name="Google Shape;488;p13"/>
              <p:cNvSpPr/>
              <p:nvPr/>
            </p:nvSpPr>
            <p:spPr>
              <a:xfrm>
                <a:off x="8481922" y="1563681"/>
                <a:ext cx="260700" cy="1530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grpSp>
        <p:sp>
          <p:nvSpPr>
            <p:cNvPr id="489" name="Google Shape;489;p13"/>
            <p:cNvSpPr txBox="1"/>
            <p:nvPr/>
          </p:nvSpPr>
          <p:spPr>
            <a:xfrm>
              <a:off x="2404430" y="5708871"/>
              <a:ext cx="2288400" cy="1164300"/>
            </a:xfrm>
            <a:prstGeom prst="rect">
              <a:avLst/>
            </a:prstGeom>
            <a:noFill/>
            <a:ln w="28575"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pic>
          <p:nvPicPr>
            <p:cNvPr id="490" name="Google Shape;490;p13" descr="003014"/>
            <p:cNvPicPr preferRelativeResize="0"/>
            <p:nvPr/>
          </p:nvPicPr>
          <p:blipFill rotWithShape="1">
            <a:blip r:embed="rId55">
              <a:alphaModFix/>
            </a:blip>
            <a:srcRect/>
            <a:stretch/>
          </p:blipFill>
          <p:spPr>
            <a:xfrm>
              <a:off x="2489183" y="5942059"/>
              <a:ext cx="1017037" cy="729720"/>
            </a:xfrm>
            <a:prstGeom prst="rect">
              <a:avLst/>
            </a:prstGeom>
            <a:noFill/>
            <a:ln>
              <a:noFill/>
            </a:ln>
          </p:spPr>
        </p:pic>
        <p:pic>
          <p:nvPicPr>
            <p:cNvPr id="491" name="Google Shape;491;p13" descr="003015"/>
            <p:cNvPicPr preferRelativeResize="0"/>
            <p:nvPr/>
          </p:nvPicPr>
          <p:blipFill rotWithShape="1">
            <a:blip r:embed="rId56">
              <a:alphaModFix/>
            </a:blip>
            <a:srcRect/>
            <a:stretch/>
          </p:blipFill>
          <p:spPr>
            <a:xfrm>
              <a:off x="3590973" y="5942059"/>
              <a:ext cx="1017037" cy="729720"/>
            </a:xfrm>
            <a:prstGeom prst="rect">
              <a:avLst/>
            </a:prstGeom>
            <a:noFill/>
            <a:ln>
              <a:noFill/>
            </a:ln>
          </p:spPr>
        </p:pic>
        <p:sp>
          <p:nvSpPr>
            <p:cNvPr id="492" name="Google Shape;492;p13"/>
            <p:cNvSpPr txBox="1"/>
            <p:nvPr/>
          </p:nvSpPr>
          <p:spPr>
            <a:xfrm>
              <a:off x="2573936" y="5513139"/>
              <a:ext cx="1101900" cy="243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800"/>
                <a:buFont typeface="Times"/>
                <a:buNone/>
              </a:pPr>
              <a:r>
                <a:rPr lang="en-US" sz="800" b="0" i="1" u="none">
                  <a:solidFill>
                    <a:schemeClr val="dk1"/>
                  </a:solidFill>
                  <a:latin typeface="Times"/>
                  <a:ea typeface="Times"/>
                  <a:cs typeface="Times"/>
                  <a:sym typeface="Times"/>
                </a:rPr>
                <a:t>Frame 3014</a:t>
              </a:r>
              <a:endParaRPr/>
            </a:p>
          </p:txBody>
        </p:sp>
        <p:sp>
          <p:nvSpPr>
            <p:cNvPr id="493" name="Google Shape;493;p13"/>
            <p:cNvSpPr txBox="1"/>
            <p:nvPr/>
          </p:nvSpPr>
          <p:spPr>
            <a:xfrm>
              <a:off x="3675726" y="5513139"/>
              <a:ext cx="1101900" cy="243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800"/>
                <a:buFont typeface="Times"/>
                <a:buNone/>
              </a:pPr>
              <a:r>
                <a:rPr lang="en-US" sz="800" b="0" i="1" u="none">
                  <a:solidFill>
                    <a:schemeClr val="dk1"/>
                  </a:solidFill>
                  <a:latin typeface="Times"/>
                  <a:ea typeface="Times"/>
                  <a:cs typeface="Times"/>
                  <a:sym typeface="Times"/>
                </a:rPr>
                <a:t>Frame 3015</a:t>
              </a:r>
              <a:endParaRPr/>
            </a:p>
          </p:txBody>
        </p:sp>
        <p:sp>
          <p:nvSpPr>
            <p:cNvPr id="494" name="Google Shape;494;p13"/>
            <p:cNvSpPr txBox="1"/>
            <p:nvPr/>
          </p:nvSpPr>
          <p:spPr>
            <a:xfrm>
              <a:off x="4777516" y="5513139"/>
              <a:ext cx="1101900" cy="243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800"/>
                <a:buFont typeface="Times"/>
                <a:buNone/>
              </a:pPr>
              <a:r>
                <a:rPr lang="en-US" sz="800" b="0" i="1" u="none">
                  <a:solidFill>
                    <a:schemeClr val="dk1"/>
                  </a:solidFill>
                  <a:latin typeface="Times"/>
                  <a:ea typeface="Times"/>
                  <a:cs typeface="Times"/>
                  <a:sym typeface="Times"/>
                </a:rPr>
                <a:t>Frame 3016</a:t>
              </a:r>
              <a:endParaRPr/>
            </a:p>
          </p:txBody>
        </p:sp>
        <p:sp>
          <p:nvSpPr>
            <p:cNvPr id="495" name="Google Shape;495;p13"/>
            <p:cNvSpPr txBox="1"/>
            <p:nvPr/>
          </p:nvSpPr>
          <p:spPr>
            <a:xfrm>
              <a:off x="3544032" y="5550049"/>
              <a:ext cx="2219100" cy="1320900"/>
            </a:xfrm>
            <a:prstGeom prst="rect">
              <a:avLst/>
            </a:prstGeom>
            <a:noFill/>
            <a:ln w="28575"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pic>
          <p:nvPicPr>
            <p:cNvPr id="496" name="Google Shape;496;p13" descr="003015"/>
            <p:cNvPicPr preferRelativeResize="0"/>
            <p:nvPr/>
          </p:nvPicPr>
          <p:blipFill rotWithShape="1">
            <a:blip r:embed="rId56">
              <a:alphaModFix/>
            </a:blip>
            <a:srcRect/>
            <a:stretch/>
          </p:blipFill>
          <p:spPr>
            <a:xfrm>
              <a:off x="4724057" y="5936488"/>
              <a:ext cx="1017037" cy="729720"/>
            </a:xfrm>
            <a:prstGeom prst="rect">
              <a:avLst/>
            </a:prstGeom>
            <a:noFill/>
            <a:ln>
              <a:noFill/>
            </a:ln>
          </p:spPr>
        </p:pic>
        <p:sp>
          <p:nvSpPr>
            <p:cNvPr id="497" name="Google Shape;497;p13"/>
            <p:cNvSpPr/>
            <p:nvPr/>
          </p:nvSpPr>
          <p:spPr>
            <a:xfrm rot="5220579">
              <a:off x="2630808" y="7150825"/>
              <a:ext cx="201274" cy="228615"/>
            </a:xfrm>
            <a:prstGeom prst="chevron">
              <a:avLst>
                <a:gd name="adj" fmla="val 10800"/>
              </a:avLst>
            </a:prstGeom>
            <a:solidFill>
              <a:schemeClr val="lt1"/>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498" name="Google Shape;498;p13"/>
            <p:cNvSpPr txBox="1"/>
            <p:nvPr/>
          </p:nvSpPr>
          <p:spPr>
            <a:xfrm>
              <a:off x="2117928" y="7492746"/>
              <a:ext cx="1323300" cy="3987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700"/>
                <a:buFont typeface="Tahoma"/>
                <a:buNone/>
              </a:pPr>
              <a:r>
                <a:rPr lang="en-US" sz="700" b="0" i="0" u="none">
                  <a:solidFill>
                    <a:schemeClr val="lt1"/>
                  </a:solidFill>
                  <a:latin typeface="Tahoma"/>
                  <a:ea typeface="Tahoma"/>
                  <a:cs typeface="Tahoma"/>
                  <a:sym typeface="Tahoma"/>
                </a:rPr>
                <a:t>Remove </a:t>
              </a:r>
              <a:endParaRPr/>
            </a:p>
            <a:p>
              <a:pPr marL="0" marR="0" lvl="0" indent="0" algn="ctr" rtl="0">
                <a:lnSpc>
                  <a:spcPct val="100000"/>
                </a:lnSpc>
                <a:spcBef>
                  <a:spcPts val="350"/>
                </a:spcBef>
                <a:spcAft>
                  <a:spcPts val="0"/>
                </a:spcAft>
                <a:buClr>
                  <a:schemeClr val="lt1"/>
                </a:buClr>
                <a:buSzPts val="700"/>
                <a:buFont typeface="Tahoma"/>
                <a:buNone/>
              </a:pPr>
              <a:r>
                <a:rPr lang="en-US" sz="700" b="0" i="0" u="none">
                  <a:solidFill>
                    <a:schemeClr val="lt1"/>
                  </a:solidFill>
                  <a:latin typeface="Tahoma"/>
                  <a:ea typeface="Tahoma"/>
                  <a:cs typeface="Tahoma"/>
                  <a:sym typeface="Tahoma"/>
                </a:rPr>
                <a:t>flash-frames</a:t>
              </a:r>
              <a:endParaRPr/>
            </a:p>
          </p:txBody>
        </p:sp>
        <p:sp>
          <p:nvSpPr>
            <p:cNvPr id="499" name="Google Shape;499;p13"/>
            <p:cNvSpPr/>
            <p:nvPr/>
          </p:nvSpPr>
          <p:spPr>
            <a:xfrm>
              <a:off x="3946728" y="7406481"/>
              <a:ext cx="1009800" cy="609600"/>
            </a:xfrm>
            <a:prstGeom prst="roundRect">
              <a:avLst>
                <a:gd name="adj" fmla="val 16667"/>
              </a:avLst>
            </a:prstGeom>
            <a:solidFill>
              <a:srgbClr val="92D050"/>
            </a:solidFill>
            <a:ln w="9525" cap="flat" cmpd="sng">
              <a:solidFill>
                <a:srgbClr val="92D050"/>
              </a:solidFill>
              <a:prstDash val="solid"/>
              <a:round/>
              <a:headEnd type="none" w="sm" len="sm"/>
              <a:tailEnd type="none" w="sm" len="sm"/>
            </a:ln>
            <a:effectLst>
              <a:outerShdw blurRad="76200" sy="23000" kx="-1200090" algn="bl" rotWithShape="0">
                <a:srgbClr val="000000">
                  <a:alpha val="20000"/>
                </a:srgbClr>
              </a:outerShdw>
            </a:effectLst>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2400"/>
                <a:buFont typeface="Times"/>
                <a:buNone/>
              </a:pPr>
              <a:endParaRPr sz="2400" b="1" i="0" u="none" strike="noStrike" cap="none">
                <a:solidFill>
                  <a:srgbClr val="F8F8F8"/>
                </a:solidFill>
                <a:latin typeface="Calibri"/>
                <a:ea typeface="Calibri"/>
                <a:cs typeface="Calibri"/>
                <a:sym typeface="Calibri"/>
              </a:endParaRPr>
            </a:p>
          </p:txBody>
        </p:sp>
        <p:sp>
          <p:nvSpPr>
            <p:cNvPr id="500" name="Google Shape;500;p13"/>
            <p:cNvSpPr txBox="1"/>
            <p:nvPr/>
          </p:nvSpPr>
          <p:spPr>
            <a:xfrm>
              <a:off x="3795034" y="7492746"/>
              <a:ext cx="1323300" cy="3987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700"/>
                <a:buFont typeface="Tahoma"/>
                <a:buNone/>
              </a:pPr>
              <a:r>
                <a:rPr lang="en-US" sz="700" b="0" i="0" u="none">
                  <a:solidFill>
                    <a:schemeClr val="lt1"/>
                  </a:solidFill>
                  <a:latin typeface="Tahoma"/>
                  <a:ea typeface="Tahoma"/>
                  <a:cs typeface="Tahoma"/>
                  <a:sym typeface="Tahoma"/>
                </a:rPr>
                <a:t>Group faces</a:t>
              </a:r>
              <a:endParaRPr/>
            </a:p>
            <a:p>
              <a:pPr marL="0" marR="0" lvl="0" indent="0" algn="ctr" rtl="0">
                <a:lnSpc>
                  <a:spcPct val="100000"/>
                </a:lnSpc>
                <a:spcBef>
                  <a:spcPts val="350"/>
                </a:spcBef>
                <a:spcAft>
                  <a:spcPts val="0"/>
                </a:spcAft>
                <a:buClr>
                  <a:schemeClr val="lt1"/>
                </a:buClr>
                <a:buSzPts val="700"/>
                <a:buFont typeface="Tahoma"/>
                <a:buNone/>
              </a:pPr>
              <a:r>
                <a:rPr lang="en-US" sz="700" b="0" i="0" u="none">
                  <a:solidFill>
                    <a:schemeClr val="lt1"/>
                  </a:solidFill>
                  <a:latin typeface="Tahoma"/>
                  <a:ea typeface="Tahoma"/>
                  <a:cs typeface="Tahoma"/>
                  <a:sym typeface="Tahoma"/>
                </a:rPr>
                <a:t>into face-tracks</a:t>
              </a:r>
              <a:endParaRPr/>
            </a:p>
          </p:txBody>
        </p:sp>
        <p:sp>
          <p:nvSpPr>
            <p:cNvPr id="501" name="Google Shape;501;p13"/>
            <p:cNvSpPr/>
            <p:nvPr/>
          </p:nvSpPr>
          <p:spPr>
            <a:xfrm>
              <a:off x="4919274" y="7406481"/>
              <a:ext cx="932400" cy="609600"/>
            </a:xfrm>
            <a:prstGeom prst="roundRect">
              <a:avLst>
                <a:gd name="adj" fmla="val 16667"/>
              </a:avLst>
            </a:prstGeom>
            <a:solidFill>
              <a:srgbClr val="92D050"/>
            </a:solidFill>
            <a:ln w="9525" cap="flat" cmpd="sng">
              <a:solidFill>
                <a:srgbClr val="92D050"/>
              </a:solidFill>
              <a:prstDash val="solid"/>
              <a:round/>
              <a:headEnd type="none" w="sm" len="sm"/>
              <a:tailEnd type="none" w="sm" len="sm"/>
            </a:ln>
            <a:effectLst>
              <a:outerShdw blurRad="76200" sy="23000" kx="-1200090" algn="bl" rotWithShape="0">
                <a:srgbClr val="000000">
                  <a:alpha val="20000"/>
                </a:srgbClr>
              </a:outerShdw>
            </a:effectLst>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2400"/>
                <a:buFont typeface="Times"/>
                <a:buNone/>
              </a:pPr>
              <a:endParaRPr sz="2400" b="1" i="0" u="none" strike="noStrike" cap="none">
                <a:solidFill>
                  <a:srgbClr val="F8F8F8"/>
                </a:solidFill>
                <a:latin typeface="Calibri"/>
                <a:ea typeface="Calibri"/>
                <a:cs typeface="Calibri"/>
                <a:sym typeface="Calibri"/>
              </a:endParaRPr>
            </a:p>
          </p:txBody>
        </p:sp>
        <p:sp>
          <p:nvSpPr>
            <p:cNvPr id="502" name="Google Shape;502;p13"/>
            <p:cNvSpPr txBox="1"/>
            <p:nvPr/>
          </p:nvSpPr>
          <p:spPr>
            <a:xfrm>
              <a:off x="4708004" y="7501720"/>
              <a:ext cx="1323300" cy="3987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700"/>
                <a:buFont typeface="Tahoma"/>
                <a:buNone/>
              </a:pPr>
              <a:r>
                <a:rPr lang="en-US" sz="700" b="0" i="0" u="none">
                  <a:solidFill>
                    <a:schemeClr val="lt1"/>
                  </a:solidFill>
                  <a:latin typeface="Tahoma"/>
                  <a:ea typeface="Tahoma"/>
                  <a:cs typeface="Tahoma"/>
                  <a:sym typeface="Tahoma"/>
                </a:rPr>
                <a:t>Re-generate</a:t>
              </a:r>
              <a:endParaRPr/>
            </a:p>
            <a:p>
              <a:pPr marL="0" marR="0" lvl="0" indent="0" algn="ctr" rtl="0">
                <a:lnSpc>
                  <a:spcPct val="100000"/>
                </a:lnSpc>
                <a:spcBef>
                  <a:spcPts val="350"/>
                </a:spcBef>
                <a:spcAft>
                  <a:spcPts val="0"/>
                </a:spcAft>
                <a:buClr>
                  <a:schemeClr val="lt1"/>
                </a:buClr>
                <a:buSzPts val="700"/>
                <a:buFont typeface="Tahoma"/>
                <a:buNone/>
              </a:pPr>
              <a:r>
                <a:rPr lang="en-US" sz="700" b="0" i="0" u="none">
                  <a:solidFill>
                    <a:schemeClr val="lt1"/>
                  </a:solidFill>
                  <a:latin typeface="Tahoma"/>
                  <a:ea typeface="Tahoma"/>
                  <a:cs typeface="Tahoma"/>
                  <a:sym typeface="Tahoma"/>
                </a:rPr>
                <a:t>lost  points</a:t>
              </a:r>
              <a:endParaRPr/>
            </a:p>
          </p:txBody>
        </p:sp>
        <p:sp>
          <p:nvSpPr>
            <p:cNvPr id="503" name="Google Shape;503;p13"/>
            <p:cNvSpPr/>
            <p:nvPr/>
          </p:nvSpPr>
          <p:spPr>
            <a:xfrm>
              <a:off x="3147625" y="7406481"/>
              <a:ext cx="838200" cy="609600"/>
            </a:xfrm>
            <a:prstGeom prst="roundRect">
              <a:avLst>
                <a:gd name="adj" fmla="val 16667"/>
              </a:avLst>
            </a:prstGeom>
            <a:solidFill>
              <a:srgbClr val="92D050"/>
            </a:solidFill>
            <a:ln w="9525" cap="flat" cmpd="sng">
              <a:solidFill>
                <a:srgbClr val="92D050"/>
              </a:solidFill>
              <a:prstDash val="solid"/>
              <a:round/>
              <a:headEnd type="none" w="sm" len="sm"/>
              <a:tailEnd type="none" w="sm" len="sm"/>
            </a:ln>
            <a:effectLst>
              <a:outerShdw blurRad="76200" sy="23000" kx="-1200090" algn="bl" rotWithShape="0">
                <a:srgbClr val="000000">
                  <a:alpha val="20000"/>
                </a:srgbClr>
              </a:outerShdw>
            </a:effectLst>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2400"/>
                <a:buFont typeface="Times"/>
                <a:buNone/>
              </a:pPr>
              <a:endParaRPr sz="2400" b="1" i="0" u="none" strike="noStrike" cap="none">
                <a:solidFill>
                  <a:srgbClr val="F8F8F8"/>
                </a:solidFill>
                <a:latin typeface="Calibri"/>
                <a:ea typeface="Calibri"/>
                <a:cs typeface="Calibri"/>
                <a:sym typeface="Calibri"/>
              </a:endParaRPr>
            </a:p>
          </p:txBody>
        </p:sp>
        <p:sp>
          <p:nvSpPr>
            <p:cNvPr id="504" name="Google Shape;504;p13"/>
            <p:cNvSpPr txBox="1"/>
            <p:nvPr/>
          </p:nvSpPr>
          <p:spPr>
            <a:xfrm>
              <a:off x="2900214" y="7481977"/>
              <a:ext cx="1323300" cy="3987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700"/>
                <a:buFont typeface="Tahoma"/>
                <a:buNone/>
              </a:pPr>
              <a:r>
                <a:rPr lang="en-US" sz="700" b="0" i="0" u="none">
                  <a:solidFill>
                    <a:schemeClr val="lt1"/>
                  </a:solidFill>
                  <a:latin typeface="Tahoma"/>
                  <a:ea typeface="Tahoma"/>
                  <a:cs typeface="Tahoma"/>
                  <a:sym typeface="Tahoma"/>
                </a:rPr>
                <a:t>Track</a:t>
              </a:r>
              <a:endParaRPr/>
            </a:p>
            <a:p>
              <a:pPr marL="0" marR="0" lvl="0" indent="0" algn="ctr" rtl="0">
                <a:lnSpc>
                  <a:spcPct val="100000"/>
                </a:lnSpc>
                <a:spcBef>
                  <a:spcPts val="350"/>
                </a:spcBef>
                <a:spcAft>
                  <a:spcPts val="0"/>
                </a:spcAft>
                <a:buClr>
                  <a:schemeClr val="lt1"/>
                </a:buClr>
                <a:buSzPts val="700"/>
                <a:buFont typeface="Tahoma"/>
                <a:buNone/>
              </a:pPr>
              <a:r>
                <a:rPr lang="en-US" sz="700" b="0" i="0" u="none">
                  <a:solidFill>
                    <a:schemeClr val="lt1"/>
                  </a:solidFill>
                  <a:latin typeface="Tahoma"/>
                  <a:ea typeface="Tahoma"/>
                  <a:cs typeface="Tahoma"/>
                  <a:sym typeface="Tahoma"/>
                </a:rPr>
                <a:t>points</a:t>
              </a:r>
              <a:endParaRPr/>
            </a:p>
          </p:txBody>
        </p:sp>
        <p:sp>
          <p:nvSpPr>
            <p:cNvPr id="505" name="Google Shape;505;p13"/>
            <p:cNvSpPr/>
            <p:nvPr/>
          </p:nvSpPr>
          <p:spPr>
            <a:xfrm rot="5220579">
              <a:off x="2630809" y="6998425"/>
              <a:ext cx="201274" cy="228615"/>
            </a:xfrm>
            <a:prstGeom prst="chevron">
              <a:avLst>
                <a:gd name="adj" fmla="val 10800"/>
              </a:avLst>
            </a:prstGeom>
            <a:solidFill>
              <a:schemeClr val="lt1"/>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506" name="Google Shape;506;p13"/>
            <p:cNvSpPr txBox="1"/>
            <p:nvPr/>
          </p:nvSpPr>
          <p:spPr>
            <a:xfrm>
              <a:off x="2955131" y="7054056"/>
              <a:ext cx="533400" cy="226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B4993"/>
                </a:buClr>
                <a:buSzPts val="700"/>
                <a:buFont typeface="Tahoma"/>
                <a:buNone/>
              </a:pPr>
              <a:r>
                <a:rPr lang="en-US" sz="700" b="1" i="0" u="sng">
                  <a:solidFill>
                    <a:srgbClr val="0B4993"/>
                  </a:solidFill>
                  <a:latin typeface="Tahoma"/>
                  <a:ea typeface="Tahoma"/>
                  <a:cs typeface="Tahoma"/>
                  <a:sym typeface="Tahoma"/>
                </a:rPr>
                <a:t>Input:</a:t>
              </a:r>
              <a:endParaRPr/>
            </a:p>
          </p:txBody>
        </p:sp>
        <p:sp>
          <p:nvSpPr>
            <p:cNvPr id="507" name="Google Shape;507;p13"/>
            <p:cNvSpPr txBox="1"/>
            <p:nvPr/>
          </p:nvSpPr>
          <p:spPr>
            <a:xfrm>
              <a:off x="3364706" y="6949281"/>
              <a:ext cx="1600200" cy="226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B4993"/>
                </a:buClr>
                <a:buSzPts val="700"/>
                <a:buFont typeface="Tahoma"/>
                <a:buNone/>
              </a:pPr>
              <a:r>
                <a:rPr lang="en-US" sz="700" b="0" i="0" u="none">
                  <a:solidFill>
                    <a:srgbClr val="0B4993"/>
                  </a:solidFill>
                  <a:latin typeface="Tahoma"/>
                  <a:ea typeface="Tahoma"/>
                  <a:cs typeface="Tahoma"/>
                  <a:sym typeface="Tahoma"/>
                </a:rPr>
                <a:t>- Pair of consecutive frames.</a:t>
              </a:r>
              <a:endParaRPr/>
            </a:p>
          </p:txBody>
        </p:sp>
        <p:sp>
          <p:nvSpPr>
            <p:cNvPr id="508" name="Google Shape;508;p13"/>
            <p:cNvSpPr txBox="1"/>
            <p:nvPr/>
          </p:nvSpPr>
          <p:spPr>
            <a:xfrm>
              <a:off x="3364706" y="7067213"/>
              <a:ext cx="1600200" cy="226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B4993"/>
                </a:buClr>
                <a:buSzPts val="700"/>
                <a:buFont typeface="Tahoma"/>
                <a:buNone/>
              </a:pPr>
              <a:r>
                <a:rPr lang="en-US" sz="700" b="0" i="0" u="none">
                  <a:solidFill>
                    <a:srgbClr val="0B4993"/>
                  </a:solidFill>
                  <a:latin typeface="Tahoma"/>
                  <a:ea typeface="Tahoma"/>
                  <a:cs typeface="Tahoma"/>
                  <a:sym typeface="Tahoma"/>
                </a:rPr>
                <a:t>- Face detection.</a:t>
              </a:r>
              <a:endParaRPr/>
            </a:p>
          </p:txBody>
        </p:sp>
        <p:sp>
          <p:nvSpPr>
            <p:cNvPr id="509" name="Google Shape;509;p13"/>
            <p:cNvSpPr txBox="1"/>
            <p:nvPr/>
          </p:nvSpPr>
          <p:spPr>
            <a:xfrm>
              <a:off x="3364706" y="7191037"/>
              <a:ext cx="1600200" cy="226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B4993"/>
                </a:buClr>
                <a:buSzPts val="700"/>
                <a:buFont typeface="Tahoma"/>
                <a:buNone/>
              </a:pPr>
              <a:r>
                <a:rPr lang="en-US" sz="700" b="0" i="0" u="none">
                  <a:solidFill>
                    <a:srgbClr val="0B4993"/>
                  </a:solidFill>
                  <a:latin typeface="Tahoma"/>
                  <a:ea typeface="Tahoma"/>
                  <a:cs typeface="Tahoma"/>
                  <a:sym typeface="Tahoma"/>
                </a:rPr>
                <a:t>- List of key points.</a:t>
              </a:r>
              <a:endParaRPr/>
            </a:p>
          </p:txBody>
        </p:sp>
        <p:pic>
          <p:nvPicPr>
            <p:cNvPr id="510" name="Google Shape;510;p13"/>
            <p:cNvPicPr preferRelativeResize="0"/>
            <p:nvPr/>
          </p:nvPicPr>
          <p:blipFill rotWithShape="1">
            <a:blip r:embed="rId57">
              <a:alphaModFix/>
            </a:blip>
            <a:srcRect/>
            <a:stretch/>
          </p:blipFill>
          <p:spPr>
            <a:xfrm>
              <a:off x="3049629" y="7605887"/>
              <a:ext cx="216064" cy="172296"/>
            </a:xfrm>
            <a:prstGeom prst="rect">
              <a:avLst/>
            </a:prstGeom>
            <a:noFill/>
            <a:ln>
              <a:noFill/>
            </a:ln>
          </p:spPr>
        </p:pic>
        <p:pic>
          <p:nvPicPr>
            <p:cNvPr id="511" name="Google Shape;511;p13"/>
            <p:cNvPicPr preferRelativeResize="0"/>
            <p:nvPr/>
          </p:nvPicPr>
          <p:blipFill rotWithShape="1">
            <a:blip r:embed="rId58">
              <a:alphaModFix/>
            </a:blip>
            <a:srcRect/>
            <a:stretch/>
          </p:blipFill>
          <p:spPr>
            <a:xfrm>
              <a:off x="3865095" y="7605887"/>
              <a:ext cx="209094" cy="172296"/>
            </a:xfrm>
            <a:prstGeom prst="rect">
              <a:avLst/>
            </a:prstGeom>
            <a:noFill/>
            <a:ln>
              <a:noFill/>
            </a:ln>
          </p:spPr>
        </p:pic>
        <p:pic>
          <p:nvPicPr>
            <p:cNvPr id="512" name="Google Shape;512;p13"/>
            <p:cNvPicPr preferRelativeResize="0"/>
            <p:nvPr/>
          </p:nvPicPr>
          <p:blipFill rotWithShape="1">
            <a:blip r:embed="rId57">
              <a:alphaModFix/>
            </a:blip>
            <a:srcRect/>
            <a:stretch/>
          </p:blipFill>
          <p:spPr>
            <a:xfrm>
              <a:off x="4840866" y="7605887"/>
              <a:ext cx="216064" cy="172296"/>
            </a:xfrm>
            <a:prstGeom prst="rect">
              <a:avLst/>
            </a:prstGeom>
            <a:noFill/>
            <a:ln>
              <a:noFill/>
            </a:ln>
          </p:spPr>
        </p:pic>
        <p:sp>
          <p:nvSpPr>
            <p:cNvPr id="513" name="Google Shape;513;p13"/>
            <p:cNvSpPr/>
            <p:nvPr/>
          </p:nvSpPr>
          <p:spPr>
            <a:xfrm rot="-5400000">
              <a:off x="5269706" y="7025481"/>
              <a:ext cx="228600" cy="228600"/>
            </a:xfrm>
            <a:prstGeom prst="chevron">
              <a:avLst>
                <a:gd name="adj" fmla="val 10800"/>
              </a:avLst>
            </a:prstGeom>
            <a:solidFill>
              <a:schemeClr val="lt1"/>
            </a:solidFill>
            <a:ln w="9525"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514" name="Google Shape;514;p13"/>
            <p:cNvSpPr txBox="1"/>
            <p:nvPr/>
          </p:nvSpPr>
          <p:spPr>
            <a:xfrm>
              <a:off x="4612481" y="7215981"/>
              <a:ext cx="1600200" cy="243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0000"/>
                </a:buClr>
                <a:buSzPts val="800"/>
                <a:buFont typeface="Tahoma"/>
                <a:buNone/>
              </a:pPr>
              <a:r>
                <a:rPr lang="en-US" sz="800" b="0" i="0" u="none">
                  <a:solidFill>
                    <a:srgbClr val="FF0000"/>
                  </a:solidFill>
                  <a:latin typeface="Tahoma"/>
                  <a:ea typeface="Tahoma"/>
                  <a:cs typeface="Tahoma"/>
                  <a:sym typeface="Tahoma"/>
                </a:rPr>
                <a:t>UPDATE</a:t>
              </a:r>
              <a:endParaRPr/>
            </a:p>
          </p:txBody>
        </p:sp>
        <p:sp>
          <p:nvSpPr>
            <p:cNvPr id="515" name="Google Shape;515;p13"/>
            <p:cNvSpPr/>
            <p:nvPr/>
          </p:nvSpPr>
          <p:spPr>
            <a:xfrm>
              <a:off x="3440906" y="8406605"/>
              <a:ext cx="533400" cy="504900"/>
            </a:xfrm>
            <a:prstGeom prst="roundRect">
              <a:avLst>
                <a:gd name="adj" fmla="val 16667"/>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pic>
          <p:nvPicPr>
            <p:cNvPr id="516" name="Google Shape;516;p13" descr="003020"/>
            <p:cNvPicPr preferRelativeResize="0"/>
            <p:nvPr/>
          </p:nvPicPr>
          <p:blipFill rotWithShape="1">
            <a:blip r:embed="rId59">
              <a:alphaModFix/>
            </a:blip>
            <a:srcRect/>
            <a:stretch/>
          </p:blipFill>
          <p:spPr>
            <a:xfrm>
              <a:off x="3517106" y="8473280"/>
              <a:ext cx="381000" cy="381000"/>
            </a:xfrm>
            <a:prstGeom prst="rect">
              <a:avLst/>
            </a:prstGeom>
            <a:noFill/>
            <a:ln>
              <a:noFill/>
            </a:ln>
          </p:spPr>
        </p:pic>
        <p:pic>
          <p:nvPicPr>
            <p:cNvPr id="517" name="Google Shape;517;p13" descr="003014"/>
            <p:cNvPicPr preferRelativeResize="0"/>
            <p:nvPr/>
          </p:nvPicPr>
          <p:blipFill rotWithShape="1">
            <a:blip r:embed="rId60">
              <a:alphaModFix/>
            </a:blip>
            <a:srcRect/>
            <a:stretch/>
          </p:blipFill>
          <p:spPr>
            <a:xfrm>
              <a:off x="4126706" y="8473280"/>
              <a:ext cx="381000" cy="381000"/>
            </a:xfrm>
            <a:prstGeom prst="rect">
              <a:avLst/>
            </a:prstGeom>
            <a:noFill/>
            <a:ln>
              <a:noFill/>
            </a:ln>
          </p:spPr>
        </p:pic>
        <p:pic>
          <p:nvPicPr>
            <p:cNvPr id="518" name="Google Shape;518;p13" descr="003015"/>
            <p:cNvPicPr preferRelativeResize="0"/>
            <p:nvPr/>
          </p:nvPicPr>
          <p:blipFill rotWithShape="1">
            <a:blip r:embed="rId61">
              <a:alphaModFix/>
            </a:blip>
            <a:srcRect/>
            <a:stretch/>
          </p:blipFill>
          <p:spPr>
            <a:xfrm>
              <a:off x="4736306" y="8473280"/>
              <a:ext cx="381000" cy="381000"/>
            </a:xfrm>
            <a:prstGeom prst="rect">
              <a:avLst/>
            </a:prstGeom>
            <a:noFill/>
            <a:ln>
              <a:noFill/>
            </a:ln>
          </p:spPr>
        </p:pic>
        <p:sp>
          <p:nvSpPr>
            <p:cNvPr id="519" name="Google Shape;519;p13"/>
            <p:cNvSpPr txBox="1"/>
            <p:nvPr/>
          </p:nvSpPr>
          <p:spPr>
            <a:xfrm>
              <a:off x="2907506" y="8425656"/>
              <a:ext cx="533400" cy="4407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B4993"/>
                </a:buClr>
                <a:buSzPts val="800"/>
                <a:buFont typeface="Tahoma"/>
                <a:buNone/>
              </a:pPr>
              <a:r>
                <a:rPr lang="en-US" sz="800" b="1" i="1" u="none">
                  <a:solidFill>
                    <a:srgbClr val="0B4993"/>
                  </a:solidFill>
                  <a:latin typeface="Tahoma"/>
                  <a:ea typeface="Tahoma"/>
                  <a:cs typeface="Tahoma"/>
                  <a:sym typeface="Tahoma"/>
                </a:rPr>
                <a:t>Face </a:t>
              </a:r>
              <a:endParaRPr/>
            </a:p>
            <a:p>
              <a:pPr marL="0" marR="0" lvl="0" indent="0" algn="ctr" rtl="0">
                <a:lnSpc>
                  <a:spcPct val="100000"/>
                </a:lnSpc>
                <a:spcBef>
                  <a:spcPts val="400"/>
                </a:spcBef>
                <a:spcAft>
                  <a:spcPts val="0"/>
                </a:spcAft>
                <a:buClr>
                  <a:srgbClr val="0B4993"/>
                </a:buClr>
                <a:buSzPts val="800"/>
                <a:buFont typeface="Tahoma"/>
                <a:buNone/>
              </a:pPr>
              <a:r>
                <a:rPr lang="en-US" sz="800" b="1" i="1" u="none">
                  <a:solidFill>
                    <a:srgbClr val="0B4993"/>
                  </a:solidFill>
                  <a:latin typeface="Tahoma"/>
                  <a:ea typeface="Tahoma"/>
                  <a:cs typeface="Tahoma"/>
                  <a:sym typeface="Tahoma"/>
                </a:rPr>
                <a:t>Track </a:t>
              </a:r>
              <a:endParaRPr/>
            </a:p>
          </p:txBody>
        </p:sp>
        <p:sp>
          <p:nvSpPr>
            <p:cNvPr id="520" name="Google Shape;520;p13"/>
            <p:cNvSpPr/>
            <p:nvPr/>
          </p:nvSpPr>
          <p:spPr>
            <a:xfrm rot="5220579">
              <a:off x="4373884" y="8117612"/>
              <a:ext cx="201274" cy="228615"/>
            </a:xfrm>
            <a:prstGeom prst="chevron">
              <a:avLst>
                <a:gd name="adj" fmla="val 10800"/>
              </a:avLst>
            </a:prstGeom>
            <a:solidFill>
              <a:schemeClr val="lt1"/>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521" name="Google Shape;521;p13"/>
            <p:cNvSpPr/>
            <p:nvPr/>
          </p:nvSpPr>
          <p:spPr>
            <a:xfrm rot="5220579">
              <a:off x="4373885" y="7979500"/>
              <a:ext cx="201274" cy="228615"/>
            </a:xfrm>
            <a:prstGeom prst="chevron">
              <a:avLst>
                <a:gd name="adj" fmla="val 10800"/>
              </a:avLst>
            </a:prstGeom>
            <a:solidFill>
              <a:schemeClr val="lt1"/>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522" name="Google Shape;522;p13"/>
            <p:cNvSpPr/>
            <p:nvPr/>
          </p:nvSpPr>
          <p:spPr>
            <a:xfrm>
              <a:off x="3402806" y="8358980"/>
              <a:ext cx="1143000" cy="600000"/>
            </a:xfrm>
            <a:prstGeom prst="roundRect">
              <a:avLst>
                <a:gd name="adj" fmla="val 16667"/>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523" name="Google Shape;523;p13"/>
            <p:cNvSpPr/>
            <p:nvPr/>
          </p:nvSpPr>
          <p:spPr>
            <a:xfrm>
              <a:off x="4050506" y="8358981"/>
              <a:ext cx="1143000" cy="600000"/>
            </a:xfrm>
            <a:prstGeom prst="roundRect">
              <a:avLst>
                <a:gd name="adj" fmla="val 16667"/>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grpSp>
      <p:sp>
        <p:nvSpPr>
          <p:cNvPr id="524" name="Google Shape;524;p13"/>
          <p:cNvSpPr txBox="1"/>
          <p:nvPr/>
        </p:nvSpPr>
        <p:spPr>
          <a:xfrm>
            <a:off x="4113212" y="13744575"/>
            <a:ext cx="2908200" cy="2154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B4993"/>
              </a:buClr>
              <a:buSzPts val="800"/>
              <a:buFont typeface="Tahoma"/>
              <a:buNone/>
            </a:pPr>
            <a:r>
              <a:rPr lang="en-US" sz="800" b="1" i="1" u="none">
                <a:solidFill>
                  <a:srgbClr val="0B4993"/>
                </a:solidFill>
                <a:latin typeface="Tahoma"/>
                <a:ea typeface="Tahoma"/>
                <a:cs typeface="Tahoma"/>
                <a:sym typeface="Tahoma"/>
              </a:rPr>
              <a:t>Figure 4</a:t>
            </a:r>
            <a:r>
              <a:rPr lang="en-US" sz="800" b="0" i="0" u="none">
                <a:solidFill>
                  <a:srgbClr val="0B4993"/>
                </a:solidFill>
                <a:latin typeface="Tahoma"/>
                <a:ea typeface="Tahoma"/>
                <a:cs typeface="Tahoma"/>
                <a:sym typeface="Tahoma"/>
              </a:rPr>
              <a:t>. Apply Min-Min method for face-track matching.</a:t>
            </a:r>
            <a:endParaRPr/>
          </a:p>
        </p:txBody>
      </p:sp>
      <p:sp>
        <p:nvSpPr>
          <p:cNvPr id="525" name="Google Shape;525;p13"/>
          <p:cNvSpPr txBox="1"/>
          <p:nvPr/>
        </p:nvSpPr>
        <p:spPr>
          <a:xfrm>
            <a:off x="7173912" y="11915775"/>
            <a:ext cx="2910000" cy="2154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B4993"/>
              </a:buClr>
              <a:buSzPts val="800"/>
              <a:buFont typeface="Tahoma"/>
              <a:buNone/>
            </a:pPr>
            <a:r>
              <a:rPr lang="en-US" sz="800" b="1" i="1" u="none">
                <a:solidFill>
                  <a:srgbClr val="0B4993"/>
                </a:solidFill>
                <a:latin typeface="Tahoma"/>
                <a:ea typeface="Tahoma"/>
                <a:cs typeface="Tahoma"/>
                <a:sym typeface="Tahoma"/>
              </a:rPr>
              <a:t>Figure 2</a:t>
            </a:r>
            <a:r>
              <a:rPr lang="en-US" sz="800" b="0" i="0" u="none">
                <a:solidFill>
                  <a:srgbClr val="0B4993"/>
                </a:solidFill>
                <a:latin typeface="Tahoma"/>
                <a:ea typeface="Tahoma"/>
                <a:cs typeface="Tahoma"/>
                <a:sym typeface="Tahoma"/>
              </a:rPr>
              <a:t>. Process-flow of face tracker.</a:t>
            </a:r>
            <a:endParaRPr/>
          </a:p>
        </p:txBody>
      </p:sp>
      <p:sp>
        <p:nvSpPr>
          <p:cNvPr id="526" name="TextBox 525"/>
          <p:cNvSpPr txBox="1"/>
          <p:nvPr/>
        </p:nvSpPr>
        <p:spPr>
          <a:xfrm>
            <a:off x="667046" y="3191207"/>
            <a:ext cx="4192862" cy="1667048"/>
          </a:xfrm>
          <a:prstGeom prst="rect">
            <a:avLst/>
          </a:prstGeom>
          <a:noFill/>
        </p:spPr>
        <p:txBody>
          <a:bodyPr wrap="square">
            <a:spAutoFit/>
          </a:bodyPr>
          <a:lstStyle/>
          <a:p>
            <a:pPr algn="l"/>
            <a:r>
              <a:rPr sz="1400" dirty="0">
                <a:solidFill>
                  <a:srgbClr val="000000"/>
                </a:solidFill>
              </a:rPr>
              <a:t>• Feed-forward: </a:t>
            </a:r>
            <a:r>
              <a:rPr sz="1400" dirty="0" err="1">
                <a:solidFill>
                  <a:srgbClr val="000000"/>
                </a:solidFill>
              </a:rPr>
              <a:t>nhận</a:t>
            </a:r>
            <a:r>
              <a:rPr sz="1400" dirty="0">
                <a:solidFill>
                  <a:srgbClr val="000000"/>
                </a:solidFill>
              </a:rPr>
              <a:t> (Frame 1, Frame j) ⇒ 2 </a:t>
            </a:r>
            <a:r>
              <a:rPr sz="1400" dirty="0" err="1">
                <a:solidFill>
                  <a:srgbClr val="000000"/>
                </a:solidFill>
              </a:rPr>
              <a:t>pointmap</a:t>
            </a:r>
            <a:r>
              <a:rPr sz="1400" dirty="0">
                <a:solidFill>
                  <a:srgbClr val="000000"/>
                </a:solidFill>
              </a:rPr>
              <a:t>.</a:t>
            </a:r>
          </a:p>
          <a:p>
            <a:pPr algn="l"/>
            <a:r>
              <a:rPr sz="1400" dirty="0">
                <a:solidFill>
                  <a:srgbClr val="000000"/>
                </a:solidFill>
              </a:rPr>
              <a:t>• Tracking: X¹ⱼ = </a:t>
            </a:r>
            <a:r>
              <a:rPr sz="1400" dirty="0" err="1">
                <a:solidFill>
                  <a:srgbClr val="000000"/>
                </a:solidFill>
              </a:rPr>
              <a:t>điểm</a:t>
            </a:r>
            <a:r>
              <a:rPr sz="1400" dirty="0">
                <a:solidFill>
                  <a:srgbClr val="000000"/>
                </a:solidFill>
              </a:rPr>
              <a:t> Frame 1 </a:t>
            </a:r>
            <a:r>
              <a:rPr sz="1400" dirty="0" err="1">
                <a:solidFill>
                  <a:srgbClr val="000000"/>
                </a:solidFill>
              </a:rPr>
              <a:t>tại</a:t>
            </a:r>
            <a:r>
              <a:rPr sz="1400" dirty="0">
                <a:solidFill>
                  <a:srgbClr val="000000"/>
                </a:solidFill>
              </a:rPr>
              <a:t> </a:t>
            </a:r>
            <a:r>
              <a:rPr sz="1400" dirty="0" err="1">
                <a:solidFill>
                  <a:srgbClr val="000000"/>
                </a:solidFill>
              </a:rPr>
              <a:t>thời</a:t>
            </a:r>
            <a:r>
              <a:rPr sz="1400" dirty="0">
                <a:solidFill>
                  <a:srgbClr val="000000"/>
                </a:solidFill>
              </a:rPr>
              <a:t> </a:t>
            </a:r>
            <a:r>
              <a:rPr sz="1400" dirty="0" err="1">
                <a:solidFill>
                  <a:srgbClr val="000000"/>
                </a:solidFill>
              </a:rPr>
              <a:t>điểm</a:t>
            </a:r>
            <a:r>
              <a:rPr sz="1400" dirty="0">
                <a:solidFill>
                  <a:srgbClr val="000000"/>
                </a:solidFill>
              </a:rPr>
              <a:t> j.</a:t>
            </a:r>
          </a:p>
          <a:p>
            <a:pPr algn="l"/>
            <a:r>
              <a:rPr sz="1400" dirty="0">
                <a:solidFill>
                  <a:srgbClr val="000000"/>
                </a:solidFill>
              </a:rPr>
              <a:t>• Recon: </a:t>
            </a:r>
            <a:r>
              <a:rPr sz="1400" dirty="0" err="1">
                <a:solidFill>
                  <a:srgbClr val="000000"/>
                </a:solidFill>
              </a:rPr>
              <a:t>Xʲ</a:t>
            </a:r>
            <a:r>
              <a:rPr sz="1400" dirty="0">
                <a:solidFill>
                  <a:srgbClr val="000000"/>
                </a:solidFill>
              </a:rPr>
              <a:t>ⱼ = </a:t>
            </a:r>
            <a:r>
              <a:rPr sz="1400" dirty="0" err="1">
                <a:solidFill>
                  <a:srgbClr val="000000"/>
                </a:solidFill>
              </a:rPr>
              <a:t>hình</a:t>
            </a:r>
            <a:r>
              <a:rPr sz="1400" dirty="0">
                <a:solidFill>
                  <a:srgbClr val="000000"/>
                </a:solidFill>
              </a:rPr>
              <a:t> </a:t>
            </a:r>
            <a:r>
              <a:rPr sz="1400" dirty="0" err="1">
                <a:solidFill>
                  <a:srgbClr val="000000"/>
                </a:solidFill>
              </a:rPr>
              <a:t>học</a:t>
            </a:r>
            <a:r>
              <a:rPr sz="1400" dirty="0">
                <a:solidFill>
                  <a:srgbClr val="000000"/>
                </a:solidFill>
              </a:rPr>
              <a:t> Frame j </a:t>
            </a:r>
            <a:r>
              <a:rPr sz="1400" dirty="0" err="1">
                <a:solidFill>
                  <a:srgbClr val="000000"/>
                </a:solidFill>
              </a:rPr>
              <a:t>tại</a:t>
            </a:r>
            <a:r>
              <a:rPr sz="1400" dirty="0">
                <a:solidFill>
                  <a:srgbClr val="000000"/>
                </a:solidFill>
              </a:rPr>
              <a:t> </a:t>
            </a:r>
            <a:r>
              <a:rPr sz="1400" dirty="0" err="1">
                <a:solidFill>
                  <a:srgbClr val="000000"/>
                </a:solidFill>
              </a:rPr>
              <a:t>thời</a:t>
            </a:r>
            <a:r>
              <a:rPr sz="1400" dirty="0">
                <a:solidFill>
                  <a:srgbClr val="000000"/>
                </a:solidFill>
              </a:rPr>
              <a:t> </a:t>
            </a:r>
            <a:r>
              <a:rPr sz="1400" dirty="0" err="1">
                <a:solidFill>
                  <a:srgbClr val="000000"/>
                </a:solidFill>
              </a:rPr>
              <a:t>điểm</a:t>
            </a:r>
            <a:r>
              <a:rPr sz="1400" dirty="0">
                <a:solidFill>
                  <a:srgbClr val="000000"/>
                </a:solidFill>
              </a:rPr>
              <a:t> j.</a:t>
            </a:r>
          </a:p>
          <a:p>
            <a:pPr algn="l"/>
            <a:r>
              <a:rPr sz="1400" dirty="0">
                <a:solidFill>
                  <a:srgbClr val="000000"/>
                </a:solidFill>
              </a:rPr>
              <a:t>• </a:t>
            </a:r>
            <a:r>
              <a:rPr sz="1400" dirty="0" err="1">
                <a:solidFill>
                  <a:srgbClr val="000000"/>
                </a:solidFill>
              </a:rPr>
              <a:t>Ghép</a:t>
            </a:r>
            <a:r>
              <a:rPr sz="1400" dirty="0">
                <a:solidFill>
                  <a:srgbClr val="000000"/>
                </a:solidFill>
              </a:rPr>
              <a:t> </a:t>
            </a:r>
            <a:r>
              <a:rPr sz="1400" dirty="0" err="1">
                <a:solidFill>
                  <a:srgbClr val="000000"/>
                </a:solidFill>
              </a:rPr>
              <a:t>theo</a:t>
            </a:r>
            <a:r>
              <a:rPr sz="1400" dirty="0">
                <a:solidFill>
                  <a:srgbClr val="000000"/>
                </a:solidFill>
              </a:rPr>
              <a:t> j ⇒ world-frame 3D tracks </a:t>
            </a:r>
            <a:r>
              <a:rPr sz="1400" dirty="0" err="1">
                <a:solidFill>
                  <a:srgbClr val="000000"/>
                </a:solidFill>
              </a:rPr>
              <a:t>dài</a:t>
            </a:r>
            <a:r>
              <a:rPr sz="1400" dirty="0">
                <a:solidFill>
                  <a:srgbClr val="000000"/>
                </a:solidFill>
              </a:rPr>
              <a:t> </a:t>
            </a:r>
            <a:r>
              <a:rPr sz="1400" dirty="0" err="1">
                <a:solidFill>
                  <a:srgbClr val="000000"/>
                </a:solidFill>
              </a:rPr>
              <a:t>hạn</a:t>
            </a:r>
            <a:r>
              <a:rPr sz="1400" dirty="0">
                <a:solidFill>
                  <a:srgbClr val="000000"/>
                </a:solidFill>
              </a:rPr>
              <a:t>.</a:t>
            </a:r>
          </a:p>
        </p:txBody>
      </p:sp>
      <p:sp>
        <p:nvSpPr>
          <p:cNvPr id="527" name="TextBox 526"/>
          <p:cNvSpPr txBox="1"/>
          <p:nvPr/>
        </p:nvSpPr>
        <p:spPr>
          <a:xfrm>
            <a:off x="5677916" y="3236235"/>
            <a:ext cx="3906985" cy="1667048"/>
          </a:xfrm>
          <a:prstGeom prst="rect">
            <a:avLst/>
          </a:prstGeom>
          <a:noFill/>
        </p:spPr>
        <p:txBody>
          <a:bodyPr wrap="square">
            <a:spAutoFit/>
          </a:bodyPr>
          <a:lstStyle/>
          <a:p>
            <a:pPr algn="l"/>
            <a:r>
              <a:rPr sz="1300" dirty="0">
                <a:solidFill>
                  <a:srgbClr val="000000"/>
                </a:solidFill>
              </a:rPr>
              <a:t>• </a:t>
            </a:r>
            <a:r>
              <a:rPr sz="1300" dirty="0" err="1">
                <a:solidFill>
                  <a:srgbClr val="000000"/>
                </a:solidFill>
              </a:rPr>
              <a:t>Cảnh</a:t>
            </a:r>
            <a:r>
              <a:rPr sz="1300" dirty="0">
                <a:solidFill>
                  <a:srgbClr val="000000"/>
                </a:solidFill>
              </a:rPr>
              <a:t> </a:t>
            </a:r>
            <a:r>
              <a:rPr sz="1300" dirty="0" err="1">
                <a:solidFill>
                  <a:srgbClr val="000000"/>
                </a:solidFill>
              </a:rPr>
              <a:t>động</a:t>
            </a:r>
            <a:r>
              <a:rPr sz="1300" dirty="0">
                <a:solidFill>
                  <a:srgbClr val="000000"/>
                </a:solidFill>
              </a:rPr>
              <a:t> ⇒ </a:t>
            </a:r>
            <a:r>
              <a:rPr sz="1300" dirty="0" err="1">
                <a:solidFill>
                  <a:srgbClr val="000000"/>
                </a:solidFill>
              </a:rPr>
              <a:t>khó</a:t>
            </a:r>
            <a:r>
              <a:rPr sz="1300" dirty="0">
                <a:solidFill>
                  <a:srgbClr val="000000"/>
                </a:solidFill>
              </a:rPr>
              <a:t> </a:t>
            </a:r>
            <a:r>
              <a:rPr sz="1300" dirty="0" err="1">
                <a:solidFill>
                  <a:srgbClr val="000000"/>
                </a:solidFill>
              </a:rPr>
              <a:t>tách</a:t>
            </a:r>
            <a:r>
              <a:rPr sz="1300" dirty="0">
                <a:solidFill>
                  <a:srgbClr val="000000"/>
                </a:solidFill>
              </a:rPr>
              <a:t> camera/scene motion.</a:t>
            </a:r>
          </a:p>
          <a:p>
            <a:pPr algn="l"/>
            <a:r>
              <a:rPr sz="1300" dirty="0">
                <a:solidFill>
                  <a:srgbClr val="000000"/>
                </a:solidFill>
              </a:rPr>
              <a:t>• World-frame tracking: </a:t>
            </a:r>
            <a:r>
              <a:rPr sz="1300" dirty="0" err="1">
                <a:solidFill>
                  <a:srgbClr val="000000"/>
                </a:solidFill>
              </a:rPr>
              <a:t>tách</a:t>
            </a:r>
            <a:r>
              <a:rPr sz="1300" dirty="0">
                <a:solidFill>
                  <a:srgbClr val="000000"/>
                </a:solidFill>
              </a:rPr>
              <a:t> camera motion vs scene motion.</a:t>
            </a:r>
          </a:p>
          <a:p>
            <a:pPr algn="l"/>
            <a:r>
              <a:rPr sz="1300" dirty="0">
                <a:solidFill>
                  <a:srgbClr val="000000"/>
                </a:solidFill>
              </a:rPr>
              <a:t>• Adapt video </a:t>
            </a:r>
            <a:r>
              <a:rPr sz="1300" dirty="0" err="1">
                <a:solidFill>
                  <a:srgbClr val="000000"/>
                </a:solidFill>
              </a:rPr>
              <a:t>thật</a:t>
            </a:r>
            <a:r>
              <a:rPr sz="1300" dirty="0">
                <a:solidFill>
                  <a:srgbClr val="000000"/>
                </a:solidFill>
              </a:rPr>
              <a:t> (</a:t>
            </a:r>
            <a:r>
              <a:rPr sz="1300" dirty="0" err="1">
                <a:solidFill>
                  <a:srgbClr val="000000"/>
                </a:solidFill>
              </a:rPr>
              <a:t>không</a:t>
            </a:r>
            <a:r>
              <a:rPr sz="1300" dirty="0">
                <a:solidFill>
                  <a:srgbClr val="000000"/>
                </a:solidFill>
              </a:rPr>
              <a:t> </a:t>
            </a:r>
            <a:r>
              <a:rPr sz="1300" dirty="0" err="1">
                <a:solidFill>
                  <a:srgbClr val="000000"/>
                </a:solidFill>
              </a:rPr>
              <a:t>nhãn</a:t>
            </a:r>
            <a:r>
              <a:rPr sz="1300" dirty="0">
                <a:solidFill>
                  <a:srgbClr val="000000"/>
                </a:solidFill>
              </a:rPr>
              <a:t> 4D): PnP </a:t>
            </a:r>
            <a:r>
              <a:rPr sz="1300" dirty="0" err="1">
                <a:solidFill>
                  <a:srgbClr val="000000"/>
                </a:solidFill>
              </a:rPr>
              <a:t>khả</a:t>
            </a:r>
            <a:r>
              <a:rPr sz="1300" dirty="0">
                <a:solidFill>
                  <a:srgbClr val="000000"/>
                </a:solidFill>
              </a:rPr>
              <a:t> vi + reprojection</a:t>
            </a:r>
          </a:p>
          <a:p>
            <a:pPr algn="l"/>
            <a:r>
              <a:rPr sz="1300" dirty="0">
                <a:solidFill>
                  <a:srgbClr val="000000"/>
                </a:solidFill>
              </a:rPr>
              <a:t>  (2D tracks + mono-depth + 3D consistency).</a:t>
            </a:r>
          </a:p>
        </p:txBody>
      </p:sp>
      <p:sp>
        <p:nvSpPr>
          <p:cNvPr id="528" name="Rectangle 527"/>
          <p:cNvSpPr/>
          <p:nvPr/>
        </p:nvSpPr>
        <p:spPr>
          <a:xfrm>
            <a:off x="190584" y="5572705"/>
            <a:ext cx="10291572" cy="2714907"/>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29" name="Picture 528" descr="st4r_fig3.png"/>
          <p:cNvPicPr>
            <a:picLocks noChangeAspect="1"/>
          </p:cNvPicPr>
          <p:nvPr/>
        </p:nvPicPr>
        <p:blipFill>
          <a:blip r:embed="rId62"/>
          <a:stretch>
            <a:fillRect/>
          </a:stretch>
        </p:blipFill>
        <p:spPr>
          <a:xfrm>
            <a:off x="1424519" y="5620334"/>
            <a:ext cx="7823702" cy="2619648"/>
          </a:xfrm>
          <a:prstGeom prst="rect">
            <a:avLst/>
          </a:prstGeom>
        </p:spPr>
      </p:pic>
      <p:sp>
        <p:nvSpPr>
          <p:cNvPr id="530" name="Rectangle 529"/>
          <p:cNvSpPr/>
          <p:nvPr/>
        </p:nvSpPr>
        <p:spPr>
          <a:xfrm>
            <a:off x="0" y="8430503"/>
            <a:ext cx="10691800" cy="5715595"/>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1" name="TextBox 530"/>
          <p:cNvSpPr txBox="1"/>
          <p:nvPr/>
        </p:nvSpPr>
        <p:spPr>
          <a:xfrm>
            <a:off x="95292" y="8525762"/>
            <a:ext cx="3258998" cy="361987"/>
          </a:xfrm>
          <a:prstGeom prst="rect">
            <a:avLst/>
          </a:prstGeom>
          <a:noFill/>
        </p:spPr>
        <p:txBody>
          <a:bodyPr wrap="square">
            <a:spAutoFit/>
          </a:bodyPr>
          <a:lstStyle/>
          <a:p>
            <a:pPr algn="l"/>
            <a:r>
              <a:rPr sz="1800" b="1">
                <a:solidFill>
                  <a:srgbClr val="00529B"/>
                </a:solidFill>
              </a:rPr>
              <a:t>1) Biểu diễn 4D thống nhất</a:t>
            </a:r>
          </a:p>
        </p:txBody>
      </p:sp>
      <p:sp>
        <p:nvSpPr>
          <p:cNvPr id="532" name="TextBox 531"/>
          <p:cNvSpPr txBox="1"/>
          <p:nvPr/>
        </p:nvSpPr>
        <p:spPr>
          <a:xfrm>
            <a:off x="95292" y="8868697"/>
            <a:ext cx="3258998" cy="809709"/>
          </a:xfrm>
          <a:prstGeom prst="rect">
            <a:avLst/>
          </a:prstGeom>
          <a:noFill/>
        </p:spPr>
        <p:txBody>
          <a:bodyPr wrap="square">
            <a:spAutoFit/>
          </a:bodyPr>
          <a:lstStyle/>
          <a:p>
            <a:pPr algn="l"/>
            <a:r>
              <a:rPr sz="1500" b="0" dirty="0" err="1">
                <a:solidFill>
                  <a:srgbClr val="000000"/>
                </a:solidFill>
              </a:rPr>
              <a:t>Pointmap</a:t>
            </a:r>
            <a:r>
              <a:rPr sz="1500" b="0" dirty="0">
                <a:solidFill>
                  <a:srgbClr val="000000"/>
                </a:solidFill>
              </a:rPr>
              <a:t> </a:t>
            </a:r>
            <a:r>
              <a:rPr sz="1500" b="0" dirty="0" err="1">
                <a:solidFill>
                  <a:srgbClr val="000000"/>
                </a:solidFill>
              </a:rPr>
              <a:t>có</a:t>
            </a:r>
            <a:r>
              <a:rPr sz="1500" b="0" dirty="0">
                <a:solidFill>
                  <a:srgbClr val="000000"/>
                </a:solidFill>
              </a:rPr>
              <a:t> </a:t>
            </a:r>
            <a:r>
              <a:rPr sz="1500" b="0" dirty="0" err="1">
                <a:solidFill>
                  <a:srgbClr val="000000"/>
                </a:solidFill>
              </a:rPr>
              <a:t>thêm</a:t>
            </a:r>
            <a:r>
              <a:rPr sz="1500" b="0" dirty="0">
                <a:solidFill>
                  <a:srgbClr val="000000"/>
                </a:solidFill>
              </a:rPr>
              <a:t> </a:t>
            </a:r>
            <a:r>
              <a:rPr sz="1500" b="0" dirty="0" err="1">
                <a:solidFill>
                  <a:srgbClr val="000000"/>
                </a:solidFill>
              </a:rPr>
              <a:t>yếu</a:t>
            </a:r>
            <a:r>
              <a:rPr sz="1500" b="0" dirty="0">
                <a:solidFill>
                  <a:srgbClr val="000000"/>
                </a:solidFill>
              </a:rPr>
              <a:t> </a:t>
            </a:r>
            <a:r>
              <a:rPr sz="1500" b="0" dirty="0" err="1">
                <a:solidFill>
                  <a:srgbClr val="000000"/>
                </a:solidFill>
              </a:rPr>
              <a:t>tố</a:t>
            </a:r>
            <a:r>
              <a:rPr sz="1500" b="0" dirty="0">
                <a:solidFill>
                  <a:srgbClr val="000000"/>
                </a:solidFill>
              </a:rPr>
              <a:t> </a:t>
            </a:r>
            <a:r>
              <a:rPr sz="1500" b="0" dirty="0" err="1">
                <a:solidFill>
                  <a:srgbClr val="000000"/>
                </a:solidFill>
              </a:rPr>
              <a:t>thời</a:t>
            </a:r>
            <a:r>
              <a:rPr sz="1500" b="0" dirty="0">
                <a:solidFill>
                  <a:srgbClr val="000000"/>
                </a:solidFill>
              </a:rPr>
              <a:t> </a:t>
            </a:r>
            <a:r>
              <a:rPr sz="1500" b="0" dirty="0" err="1">
                <a:solidFill>
                  <a:srgbClr val="000000"/>
                </a:solidFill>
              </a:rPr>
              <a:t>gian</a:t>
            </a:r>
            <a:r>
              <a:rPr sz="1500" b="0" dirty="0">
                <a:solidFill>
                  <a:srgbClr val="000000"/>
                </a:solidFill>
              </a:rPr>
              <a:t>:</a:t>
            </a:r>
          </a:p>
          <a:p>
            <a:pPr algn="l"/>
            <a:r>
              <a:rPr sz="1500" b="0" dirty="0">
                <a:solidFill>
                  <a:srgbClr val="000000"/>
                </a:solidFill>
              </a:rPr>
              <a:t>ᵃ</a:t>
            </a:r>
            <a:r>
              <a:rPr sz="1500" b="0" dirty="0" err="1">
                <a:solidFill>
                  <a:srgbClr val="000000"/>
                </a:solidFill>
              </a:rPr>
              <a:t>Xᵇ_t</a:t>
            </a:r>
            <a:r>
              <a:rPr sz="1500" b="0" dirty="0">
                <a:solidFill>
                  <a:srgbClr val="000000"/>
                </a:solidFill>
              </a:rPr>
              <a:t> = </a:t>
            </a:r>
            <a:r>
              <a:rPr sz="1500" b="0" dirty="0" err="1">
                <a:solidFill>
                  <a:srgbClr val="000000"/>
                </a:solidFill>
              </a:rPr>
              <a:t>nội</a:t>
            </a:r>
            <a:r>
              <a:rPr sz="1500" b="0" dirty="0">
                <a:solidFill>
                  <a:srgbClr val="000000"/>
                </a:solidFill>
              </a:rPr>
              <a:t> dung frame b </a:t>
            </a:r>
            <a:r>
              <a:rPr sz="1500" b="0" dirty="0" err="1">
                <a:solidFill>
                  <a:srgbClr val="000000"/>
                </a:solidFill>
              </a:rPr>
              <a:t>tại</a:t>
            </a:r>
            <a:r>
              <a:rPr sz="1500" b="0" dirty="0">
                <a:solidFill>
                  <a:srgbClr val="000000"/>
                </a:solidFill>
              </a:rPr>
              <a:t> </a:t>
            </a:r>
            <a:r>
              <a:rPr sz="1500" b="0" dirty="0" err="1">
                <a:solidFill>
                  <a:srgbClr val="000000"/>
                </a:solidFill>
              </a:rPr>
              <a:t>thời</a:t>
            </a:r>
            <a:r>
              <a:rPr sz="1500" b="0" dirty="0">
                <a:solidFill>
                  <a:srgbClr val="000000"/>
                </a:solidFill>
              </a:rPr>
              <a:t> </a:t>
            </a:r>
            <a:r>
              <a:rPr sz="1500" b="0" dirty="0" err="1">
                <a:solidFill>
                  <a:srgbClr val="000000"/>
                </a:solidFill>
              </a:rPr>
              <a:t>điểm</a:t>
            </a:r>
            <a:r>
              <a:rPr sz="1500" b="0" dirty="0">
                <a:solidFill>
                  <a:srgbClr val="000000"/>
                </a:solidFill>
              </a:rPr>
              <a:t> t,</a:t>
            </a:r>
          </a:p>
          <a:p>
            <a:pPr algn="l"/>
            <a:r>
              <a:rPr sz="1500" b="0" dirty="0" err="1">
                <a:solidFill>
                  <a:srgbClr val="000000"/>
                </a:solidFill>
              </a:rPr>
              <a:t>trong</a:t>
            </a:r>
            <a:r>
              <a:rPr sz="1500" b="0" dirty="0">
                <a:solidFill>
                  <a:srgbClr val="000000"/>
                </a:solidFill>
              </a:rPr>
              <a:t> </a:t>
            </a:r>
            <a:r>
              <a:rPr sz="1500" b="0" dirty="0" err="1">
                <a:solidFill>
                  <a:srgbClr val="000000"/>
                </a:solidFill>
              </a:rPr>
              <a:t>hệ</a:t>
            </a:r>
            <a:r>
              <a:rPr sz="1500" b="0" dirty="0">
                <a:solidFill>
                  <a:srgbClr val="000000"/>
                </a:solidFill>
              </a:rPr>
              <a:t> </a:t>
            </a:r>
            <a:r>
              <a:rPr sz="1500" b="0" dirty="0" err="1">
                <a:solidFill>
                  <a:srgbClr val="000000"/>
                </a:solidFill>
              </a:rPr>
              <a:t>toạ</a:t>
            </a:r>
            <a:r>
              <a:rPr sz="1500" b="0" dirty="0">
                <a:solidFill>
                  <a:srgbClr val="000000"/>
                </a:solidFill>
              </a:rPr>
              <a:t> </a:t>
            </a:r>
            <a:r>
              <a:rPr sz="1500" b="0" dirty="0" err="1">
                <a:solidFill>
                  <a:srgbClr val="000000"/>
                </a:solidFill>
              </a:rPr>
              <a:t>độ</a:t>
            </a:r>
            <a:r>
              <a:rPr sz="1500" b="0" dirty="0">
                <a:solidFill>
                  <a:srgbClr val="000000"/>
                </a:solidFill>
              </a:rPr>
              <a:t> </a:t>
            </a:r>
            <a:r>
              <a:rPr sz="1500" b="0" dirty="0" err="1">
                <a:solidFill>
                  <a:srgbClr val="000000"/>
                </a:solidFill>
              </a:rPr>
              <a:t>của</a:t>
            </a:r>
            <a:r>
              <a:rPr sz="1500" b="0" dirty="0">
                <a:solidFill>
                  <a:srgbClr val="000000"/>
                </a:solidFill>
              </a:rPr>
              <a:t> frame a.</a:t>
            </a:r>
          </a:p>
          <a:p>
            <a:pPr algn="l"/>
            <a:r>
              <a:rPr sz="1500" b="0" dirty="0" err="1">
                <a:solidFill>
                  <a:srgbClr val="000000"/>
                </a:solidFill>
              </a:rPr>
              <a:t>Dự</a:t>
            </a:r>
            <a:r>
              <a:rPr sz="1500" b="0" dirty="0">
                <a:solidFill>
                  <a:srgbClr val="000000"/>
                </a:solidFill>
              </a:rPr>
              <a:t> </a:t>
            </a:r>
            <a:r>
              <a:rPr sz="1500" b="0" dirty="0" err="1">
                <a:solidFill>
                  <a:srgbClr val="000000"/>
                </a:solidFill>
              </a:rPr>
              <a:t>đoán</a:t>
            </a:r>
            <a:r>
              <a:rPr sz="1500" b="0" dirty="0">
                <a:solidFill>
                  <a:srgbClr val="000000"/>
                </a:solidFill>
              </a:rPr>
              <a:t>: (X¹ⱼ, </a:t>
            </a:r>
            <a:r>
              <a:rPr sz="1500" b="0" dirty="0" err="1">
                <a:solidFill>
                  <a:srgbClr val="000000"/>
                </a:solidFill>
              </a:rPr>
              <a:t>Xʲ</a:t>
            </a:r>
            <a:r>
              <a:rPr sz="1500" b="0" dirty="0">
                <a:solidFill>
                  <a:srgbClr val="000000"/>
                </a:solidFill>
              </a:rPr>
              <a:t>ⱼ).</a:t>
            </a:r>
          </a:p>
        </p:txBody>
      </p:sp>
      <p:pic>
        <p:nvPicPr>
          <p:cNvPr id="533" name="Picture 532" descr="st4r_fig2.png"/>
          <p:cNvPicPr>
            <a:picLocks noChangeAspect="1"/>
          </p:cNvPicPr>
          <p:nvPr/>
        </p:nvPicPr>
        <p:blipFill>
          <a:blip r:embed="rId63"/>
          <a:stretch>
            <a:fillRect/>
          </a:stretch>
        </p:blipFill>
        <p:spPr>
          <a:xfrm>
            <a:off x="176254" y="9668881"/>
            <a:ext cx="3097073" cy="1571788"/>
          </a:xfrm>
          <a:prstGeom prst="rect">
            <a:avLst/>
          </a:prstGeom>
        </p:spPr>
      </p:pic>
      <p:sp>
        <p:nvSpPr>
          <p:cNvPr id="534" name="TextBox 533"/>
          <p:cNvSpPr txBox="1"/>
          <p:nvPr/>
        </p:nvSpPr>
        <p:spPr>
          <a:xfrm>
            <a:off x="95292" y="11335929"/>
            <a:ext cx="3258998" cy="2572017"/>
          </a:xfrm>
          <a:prstGeom prst="rect">
            <a:avLst/>
          </a:prstGeom>
          <a:noFill/>
        </p:spPr>
        <p:txBody>
          <a:bodyPr wrap="square">
            <a:spAutoFit/>
          </a:bodyPr>
          <a:lstStyle/>
          <a:p>
            <a:pPr algn="l"/>
            <a:r>
              <a:rPr sz="1500" b="0">
                <a:solidFill>
                  <a:srgbClr val="000000"/>
                </a:solidFill>
              </a:rPr>
              <a:t>Khác MonST3R: dự đoán “điểm frame 1 ở thời điểm j”</a:t>
            </a:r>
          </a:p>
          <a:p>
            <a:pPr algn="l"/>
            <a:r>
              <a:rPr sz="1500" b="0">
                <a:solidFill>
                  <a:srgbClr val="000000"/>
                </a:solidFill>
              </a:rPr>
              <a:t>⇒ có correspondence theo thời gian (3D tracks)</a:t>
            </a:r>
          </a:p>
          <a:p>
            <a:pPr algn="l"/>
            <a:r>
              <a:rPr sz="1500" b="0">
                <a:solidFill>
                  <a:srgbClr val="000000"/>
                </a:solidFill>
              </a:rPr>
              <a:t>⇒ world-frame tracking dài hạn.</a:t>
            </a:r>
          </a:p>
        </p:txBody>
      </p:sp>
      <p:sp>
        <p:nvSpPr>
          <p:cNvPr id="535" name="TextBox 534"/>
          <p:cNvSpPr txBox="1"/>
          <p:nvPr/>
        </p:nvSpPr>
        <p:spPr>
          <a:xfrm>
            <a:off x="3716400" y="8525762"/>
            <a:ext cx="3258998" cy="361987"/>
          </a:xfrm>
          <a:prstGeom prst="rect">
            <a:avLst/>
          </a:prstGeom>
          <a:noFill/>
        </p:spPr>
        <p:txBody>
          <a:bodyPr wrap="square">
            <a:spAutoFit/>
          </a:bodyPr>
          <a:lstStyle/>
          <a:p>
            <a:pPr algn="l"/>
            <a:r>
              <a:rPr sz="1800" b="1">
                <a:solidFill>
                  <a:srgbClr val="00529B"/>
                </a:solidFill>
              </a:rPr>
              <a:t>2) Học &amp; thích nghi (không nhãn 4D)</a:t>
            </a:r>
          </a:p>
        </p:txBody>
      </p:sp>
      <p:sp>
        <p:nvSpPr>
          <p:cNvPr id="536" name="TextBox 535"/>
          <p:cNvSpPr txBox="1"/>
          <p:nvPr/>
        </p:nvSpPr>
        <p:spPr>
          <a:xfrm>
            <a:off x="3625028" y="9287843"/>
            <a:ext cx="3258998" cy="5001146"/>
          </a:xfrm>
          <a:prstGeom prst="rect">
            <a:avLst/>
          </a:prstGeom>
          <a:noFill/>
        </p:spPr>
        <p:txBody>
          <a:bodyPr wrap="square">
            <a:spAutoFit/>
          </a:bodyPr>
          <a:lstStyle/>
          <a:p>
            <a:pPr algn="l"/>
            <a:r>
              <a:rPr sz="1500" b="0" dirty="0">
                <a:solidFill>
                  <a:srgbClr val="000000"/>
                </a:solidFill>
              </a:rPr>
              <a:t>Pretrain (synthetic 4D):</a:t>
            </a:r>
          </a:p>
          <a:p>
            <a:pPr algn="l"/>
            <a:r>
              <a:rPr sz="1500" b="0" dirty="0">
                <a:solidFill>
                  <a:srgbClr val="000000"/>
                </a:solidFill>
              </a:rPr>
              <a:t>• Tracking: mesh vertices (world).</a:t>
            </a:r>
          </a:p>
          <a:p>
            <a:pPr algn="l"/>
            <a:r>
              <a:rPr sz="1500" b="0" dirty="0">
                <a:solidFill>
                  <a:srgbClr val="000000"/>
                </a:solidFill>
              </a:rPr>
              <a:t>• Recon: depth + camera GT.</a:t>
            </a:r>
          </a:p>
          <a:p>
            <a:pPr algn="l"/>
            <a:endParaRPr sz="1500" b="0" dirty="0">
              <a:solidFill>
                <a:srgbClr val="000000"/>
              </a:solidFill>
            </a:endParaRPr>
          </a:p>
          <a:p>
            <a:pPr algn="l"/>
            <a:r>
              <a:rPr sz="1500" b="0" dirty="0">
                <a:solidFill>
                  <a:srgbClr val="000000"/>
                </a:solidFill>
              </a:rPr>
              <a:t>Suy </a:t>
            </a:r>
            <a:r>
              <a:rPr sz="1500" b="0" dirty="0" err="1">
                <a:solidFill>
                  <a:srgbClr val="000000"/>
                </a:solidFill>
              </a:rPr>
              <a:t>ra</a:t>
            </a:r>
            <a:r>
              <a:rPr sz="1500" b="0" dirty="0">
                <a:solidFill>
                  <a:srgbClr val="000000"/>
                </a:solidFill>
              </a:rPr>
              <a:t> camera frame j:</a:t>
            </a:r>
          </a:p>
          <a:p>
            <a:pPr algn="l"/>
            <a:r>
              <a:rPr sz="1500" b="0" dirty="0">
                <a:solidFill>
                  <a:srgbClr val="000000"/>
                </a:solidFill>
              </a:rPr>
              <a:t>• K (DUSt3R), pose (Rⱼ,Tⱼ) </a:t>
            </a:r>
            <a:r>
              <a:rPr sz="1500" b="0" dirty="0" err="1">
                <a:solidFill>
                  <a:srgbClr val="000000"/>
                </a:solidFill>
              </a:rPr>
              <a:t>bằng</a:t>
            </a:r>
            <a:r>
              <a:rPr sz="1500" b="0" dirty="0">
                <a:solidFill>
                  <a:srgbClr val="000000"/>
                </a:solidFill>
              </a:rPr>
              <a:t> </a:t>
            </a:r>
            <a:r>
              <a:rPr sz="1500" b="0" dirty="0" err="1">
                <a:solidFill>
                  <a:srgbClr val="000000"/>
                </a:solidFill>
              </a:rPr>
              <a:t>PnP+RANSAC</a:t>
            </a:r>
            <a:r>
              <a:rPr sz="1500" b="0" dirty="0">
                <a:solidFill>
                  <a:srgbClr val="000000"/>
                </a:solidFill>
              </a:rPr>
              <a:t> (</a:t>
            </a:r>
            <a:r>
              <a:rPr sz="1500" b="0" dirty="0" err="1">
                <a:solidFill>
                  <a:srgbClr val="000000"/>
                </a:solidFill>
              </a:rPr>
              <a:t>khả</a:t>
            </a:r>
            <a:r>
              <a:rPr sz="1500" b="0" dirty="0">
                <a:solidFill>
                  <a:srgbClr val="000000"/>
                </a:solidFill>
              </a:rPr>
              <a:t> vi).</a:t>
            </a:r>
          </a:p>
          <a:p>
            <a:pPr algn="l"/>
            <a:endParaRPr sz="1500" b="0" dirty="0">
              <a:solidFill>
                <a:srgbClr val="000000"/>
              </a:solidFill>
            </a:endParaRPr>
          </a:p>
          <a:p>
            <a:pPr algn="l"/>
            <a:r>
              <a:rPr sz="1500" b="0" dirty="0">
                <a:solidFill>
                  <a:srgbClr val="000000"/>
                </a:solidFill>
              </a:rPr>
              <a:t>TTA / self-supervision (video </a:t>
            </a:r>
            <a:r>
              <a:rPr sz="1500" b="0" dirty="0" err="1">
                <a:solidFill>
                  <a:srgbClr val="000000"/>
                </a:solidFill>
              </a:rPr>
              <a:t>thật</a:t>
            </a:r>
            <a:r>
              <a:rPr sz="1500" b="0" dirty="0">
                <a:solidFill>
                  <a:srgbClr val="000000"/>
                </a:solidFill>
              </a:rPr>
              <a:t>):</a:t>
            </a:r>
          </a:p>
          <a:p>
            <a:pPr algn="l"/>
            <a:r>
              <a:rPr sz="1500" b="0" dirty="0">
                <a:solidFill>
                  <a:srgbClr val="000000"/>
                </a:solidFill>
              </a:rPr>
              <a:t>• </a:t>
            </a:r>
            <a:r>
              <a:rPr sz="1500" b="0" dirty="0" err="1">
                <a:solidFill>
                  <a:srgbClr val="000000"/>
                </a:solidFill>
              </a:rPr>
              <a:t>L_traj</a:t>
            </a:r>
            <a:r>
              <a:rPr sz="1500" b="0" dirty="0">
                <a:solidFill>
                  <a:srgbClr val="000000"/>
                </a:solidFill>
              </a:rPr>
              <a:t>: reprojection </a:t>
            </a:r>
            <a:r>
              <a:rPr sz="1500" b="0" dirty="0" err="1">
                <a:solidFill>
                  <a:srgbClr val="000000"/>
                </a:solidFill>
              </a:rPr>
              <a:t>khớp</a:t>
            </a:r>
            <a:r>
              <a:rPr sz="1500" b="0" dirty="0">
                <a:solidFill>
                  <a:srgbClr val="000000"/>
                </a:solidFill>
              </a:rPr>
              <a:t> 2D tracks (</a:t>
            </a:r>
            <a:r>
              <a:rPr sz="1500" b="0" dirty="0" err="1">
                <a:solidFill>
                  <a:srgbClr val="000000"/>
                </a:solidFill>
              </a:rPr>
              <a:t>CoTracker</a:t>
            </a:r>
            <a:r>
              <a:rPr sz="1500" b="0" dirty="0">
                <a:solidFill>
                  <a:srgbClr val="000000"/>
                </a:solidFill>
              </a:rPr>
              <a:t>).</a:t>
            </a:r>
          </a:p>
          <a:p>
            <a:pPr algn="l"/>
            <a:r>
              <a:rPr sz="1500" b="0" dirty="0">
                <a:solidFill>
                  <a:srgbClr val="000000"/>
                </a:solidFill>
              </a:rPr>
              <a:t>• </a:t>
            </a:r>
            <a:r>
              <a:rPr sz="1500" b="0" dirty="0" err="1">
                <a:solidFill>
                  <a:srgbClr val="000000"/>
                </a:solidFill>
              </a:rPr>
              <a:t>L_depth</a:t>
            </a:r>
            <a:r>
              <a:rPr sz="1500" b="0" dirty="0">
                <a:solidFill>
                  <a:srgbClr val="000000"/>
                </a:solidFill>
              </a:rPr>
              <a:t>: </a:t>
            </a:r>
            <a:r>
              <a:rPr sz="1500" b="0" dirty="0" err="1">
                <a:solidFill>
                  <a:srgbClr val="000000"/>
                </a:solidFill>
              </a:rPr>
              <a:t>khớp</a:t>
            </a:r>
            <a:r>
              <a:rPr sz="1500" b="0" dirty="0">
                <a:solidFill>
                  <a:srgbClr val="000000"/>
                </a:solidFill>
              </a:rPr>
              <a:t> mono-depth (MoGe), scale-invariant.</a:t>
            </a:r>
          </a:p>
          <a:p>
            <a:pPr algn="l"/>
            <a:r>
              <a:rPr sz="1500" b="0" dirty="0">
                <a:solidFill>
                  <a:srgbClr val="000000"/>
                </a:solidFill>
              </a:rPr>
              <a:t>• </a:t>
            </a:r>
            <a:r>
              <a:rPr sz="1500" b="0" dirty="0" err="1">
                <a:solidFill>
                  <a:srgbClr val="000000"/>
                </a:solidFill>
              </a:rPr>
              <a:t>L_align</a:t>
            </a:r>
            <a:r>
              <a:rPr sz="1500" b="0" dirty="0">
                <a:solidFill>
                  <a:srgbClr val="000000"/>
                </a:solidFill>
              </a:rPr>
              <a:t>: consistency 3D </a:t>
            </a:r>
            <a:r>
              <a:rPr sz="1500" b="0" dirty="0" err="1">
                <a:solidFill>
                  <a:srgbClr val="000000"/>
                </a:solidFill>
              </a:rPr>
              <a:t>giữa</a:t>
            </a:r>
            <a:r>
              <a:rPr sz="1500" b="0" dirty="0">
                <a:solidFill>
                  <a:srgbClr val="000000"/>
                </a:solidFill>
              </a:rPr>
              <a:t> X¹ⱼ </a:t>
            </a:r>
            <a:r>
              <a:rPr sz="1500" b="0" dirty="0" err="1">
                <a:solidFill>
                  <a:srgbClr val="000000"/>
                </a:solidFill>
              </a:rPr>
              <a:t>và</a:t>
            </a:r>
            <a:r>
              <a:rPr sz="1500" b="0" dirty="0">
                <a:solidFill>
                  <a:srgbClr val="000000"/>
                </a:solidFill>
              </a:rPr>
              <a:t> </a:t>
            </a:r>
            <a:r>
              <a:rPr sz="1500" b="0" dirty="0" err="1">
                <a:solidFill>
                  <a:srgbClr val="000000"/>
                </a:solidFill>
              </a:rPr>
              <a:t>Xʲ</a:t>
            </a:r>
            <a:r>
              <a:rPr sz="1500" b="0" dirty="0">
                <a:solidFill>
                  <a:srgbClr val="000000"/>
                </a:solidFill>
              </a:rPr>
              <a:t>ⱼ.</a:t>
            </a:r>
          </a:p>
          <a:p>
            <a:pPr algn="l"/>
            <a:endParaRPr sz="1500" b="0" dirty="0">
              <a:solidFill>
                <a:srgbClr val="000000"/>
              </a:solidFill>
            </a:endParaRPr>
          </a:p>
          <a:p>
            <a:pPr algn="l"/>
            <a:r>
              <a:rPr sz="1500" b="0" dirty="0">
                <a:solidFill>
                  <a:srgbClr val="000000"/>
                </a:solidFill>
              </a:rPr>
              <a:t>Khi test: </a:t>
            </a:r>
            <a:r>
              <a:rPr sz="1500" b="0" dirty="0" err="1">
                <a:solidFill>
                  <a:srgbClr val="000000"/>
                </a:solidFill>
              </a:rPr>
              <a:t>thường</a:t>
            </a:r>
            <a:r>
              <a:rPr sz="1500" b="0" dirty="0">
                <a:solidFill>
                  <a:srgbClr val="000000"/>
                </a:solidFill>
              </a:rPr>
              <a:t> </a:t>
            </a:r>
            <a:r>
              <a:rPr sz="1500" b="0" dirty="0" err="1">
                <a:solidFill>
                  <a:srgbClr val="000000"/>
                </a:solidFill>
              </a:rPr>
              <a:t>chỉ</a:t>
            </a:r>
            <a:r>
              <a:rPr sz="1500" b="0" dirty="0">
                <a:solidFill>
                  <a:srgbClr val="000000"/>
                </a:solidFill>
              </a:rPr>
              <a:t> fine-tune tracking branch.</a:t>
            </a:r>
          </a:p>
        </p:txBody>
      </p:sp>
      <p:sp>
        <p:nvSpPr>
          <p:cNvPr id="537" name="TextBox 536"/>
          <p:cNvSpPr txBox="1"/>
          <p:nvPr/>
        </p:nvSpPr>
        <p:spPr>
          <a:xfrm>
            <a:off x="7337508" y="8525762"/>
            <a:ext cx="3258998" cy="361987"/>
          </a:xfrm>
          <a:prstGeom prst="rect">
            <a:avLst/>
          </a:prstGeom>
          <a:noFill/>
        </p:spPr>
        <p:txBody>
          <a:bodyPr wrap="square">
            <a:spAutoFit/>
          </a:bodyPr>
          <a:lstStyle/>
          <a:p>
            <a:pPr algn="l"/>
            <a:r>
              <a:rPr sz="1800" b="1">
                <a:solidFill>
                  <a:srgbClr val="00529B"/>
                </a:solidFill>
              </a:rPr>
              <a:t>3) Kết quả</a:t>
            </a:r>
          </a:p>
        </p:txBody>
      </p:sp>
      <p:pic>
        <p:nvPicPr>
          <p:cNvPr id="538" name="Picture 537" descr="st4r_fig4.png"/>
          <p:cNvPicPr>
            <a:picLocks noChangeAspect="1"/>
          </p:cNvPicPr>
          <p:nvPr/>
        </p:nvPicPr>
        <p:blipFill>
          <a:blip r:embed="rId64"/>
          <a:stretch>
            <a:fillRect/>
          </a:stretch>
        </p:blipFill>
        <p:spPr>
          <a:xfrm>
            <a:off x="7337508" y="9405667"/>
            <a:ext cx="3258998" cy="1526655"/>
          </a:xfrm>
          <a:prstGeom prst="rect">
            <a:avLst/>
          </a:prstGeom>
        </p:spPr>
      </p:pic>
      <p:sp>
        <p:nvSpPr>
          <p:cNvPr id="539" name="TextBox 538"/>
          <p:cNvSpPr txBox="1"/>
          <p:nvPr/>
        </p:nvSpPr>
        <p:spPr>
          <a:xfrm>
            <a:off x="7337508" y="11431189"/>
            <a:ext cx="3258998" cy="666819"/>
          </a:xfrm>
          <a:prstGeom prst="rect">
            <a:avLst/>
          </a:prstGeom>
          <a:noFill/>
        </p:spPr>
        <p:txBody>
          <a:bodyPr wrap="square">
            <a:spAutoFit/>
          </a:bodyPr>
          <a:lstStyle/>
          <a:p>
            <a:pPr algn="l"/>
            <a:r>
              <a:rPr sz="1500" b="0">
                <a:solidFill>
                  <a:srgbClr val="000000"/>
                </a:solidFill>
              </a:rPr>
              <a:t>Định tính: tích luỹ reconstruction/tracking</a:t>
            </a:r>
          </a:p>
          <a:p>
            <a:pPr algn="l"/>
            <a:r>
              <a:rPr sz="1500" b="0">
                <a:solidFill>
                  <a:srgbClr val="000000"/>
                </a:solidFill>
              </a:rPr>
              <a:t>⇒ track dày đặc dài hạn trong world frame.</a:t>
            </a:r>
          </a:p>
        </p:txBody>
      </p:sp>
      <p:pic>
        <p:nvPicPr>
          <p:cNvPr id="540" name="Picture 539" descr="st4r_fig8.png"/>
          <p:cNvPicPr>
            <a:picLocks noChangeAspect="1"/>
          </p:cNvPicPr>
          <p:nvPr/>
        </p:nvPicPr>
        <p:blipFill>
          <a:blip r:embed="rId65"/>
          <a:stretch>
            <a:fillRect/>
          </a:stretch>
        </p:blipFill>
        <p:spPr>
          <a:xfrm>
            <a:off x="7337508" y="12665422"/>
            <a:ext cx="3258997" cy="1008521"/>
          </a:xfrm>
          <a:prstGeom prst="rect">
            <a:avLst/>
          </a:prstGeom>
        </p:spPr>
      </p:pic>
    </p:spTree>
  </p:cSld>
  <p:clrMapOvr>
    <a:masterClrMapping/>
  </p:clrMapOvr>
</p:sld>
</file>

<file path=ppt/theme/theme1.xml><?xml version="1.0" encoding="utf-8"?>
<a:theme xmlns:a="http://schemas.openxmlformats.org/drawingml/2006/main" name="新しいプレゼンテーション">
  <a:themeElements>
    <a:clrScheme name="新しいプレゼンテーション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B0F0"/>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621</Words>
  <Application>Microsoft Office PowerPoint</Application>
  <PresentationFormat>Custom</PresentationFormat>
  <Paragraphs>90</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Times</vt:lpstr>
      <vt:lpstr>Calibri</vt:lpstr>
      <vt:lpstr>Arial</vt:lpstr>
      <vt:lpstr>Noto Sans Symbols</vt:lpstr>
      <vt:lpstr>Tahoma</vt:lpstr>
      <vt:lpstr>新しいプレゼンテーション</vt:lpstr>
      <vt:lpstr>St4RTrack: Tái tạo &amp; theo dõi 3D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Nguyễn Phạm Phương Nam</cp:lastModifiedBy>
  <cp:revision>1</cp:revision>
  <dcterms:modified xsi:type="dcterms:W3CDTF">2025-12-15T05:21:24Z</dcterms:modified>
</cp:coreProperties>
</file>