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0d8a3913ea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0d8a3913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0d8a3913ea_0_6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0d8a3913e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5fe14d3b49_0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5fe14d3b4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0d8a3913ea_0_1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0d8a3913ea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0d8a3913ea_0_1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0d8a3913ea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f7b0e8643_2_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f7b0e8643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f7b0e8643_2_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f7b0e8643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d8a3913ea_0_1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0d8a3913ea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0d8a3913ea_0_13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0d8a3913ea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R01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R01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R01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flipH="1" rot="10800000">
            <a:off x="0" y="728400"/>
            <a:ext cx="9144000" cy="4085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711888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  <a:defRPr sz="2200">
                <a:solidFill>
                  <a:srgbClr val="000000"/>
                </a:solidFill>
              </a:defRPr>
            </a:lvl1pPr>
            <a:lvl2pPr indent="-355600" lvl="1" marL="914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  <a:defRPr sz="2000">
                <a:solidFill>
                  <a:srgbClr val="000000"/>
                </a:solidFill>
              </a:defRPr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 sz="1800">
                <a:solidFill>
                  <a:srgbClr val="000000"/>
                </a:solidFill>
              </a:defRPr>
            </a:lvl3pPr>
            <a:lvl4pPr indent="-330200" lvl="3" marL="18288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>
                <a:solidFill>
                  <a:srgbClr val="000000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523550" y="4813799"/>
            <a:ext cx="548700" cy="2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4"/>
          <p:cNvSpPr txBox="1"/>
          <p:nvPr/>
        </p:nvSpPr>
        <p:spPr>
          <a:xfrm>
            <a:off x="471900" y="4803525"/>
            <a:ext cx="81333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UIT.CS519.ResearchMethodology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57150" y="41634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pgs.ts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NguyenPhamPhuongNam/CS519.Q11.KHTN.git" TargetMode="External"/><Relationship Id="rId4" Type="http://schemas.openxmlformats.org/officeDocument/2006/relationships/hyperlink" Target="https://youtu.be/4WvGUZqM1mU" TargetMode="External"/><Relationship Id="rId5" Type="http://schemas.openxmlformats.org/officeDocument/2006/relationships/image" Target="../media/image6.jpg"/><Relationship Id="rId6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arxiv.org/pdf/2504.13152" TargetMode="External"/><Relationship Id="rId4" Type="http://schemas.openxmlformats.org/officeDocument/2006/relationships/hyperlink" Target="https://arxiv.org/abs/2410.03825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460950" y="795950"/>
            <a:ext cx="8222100" cy="14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St4RTrack: </a:t>
            </a:r>
            <a:r>
              <a:rPr b="1" lang="en" sz="3600"/>
              <a:t>RECONSTRUCTION</a:t>
            </a:r>
            <a:r>
              <a:rPr b="1" lang="en" sz="3600"/>
              <a:t> VÀ TRACKING 4D MỘT CÁCH ĐỒNG THỜI</a:t>
            </a:r>
            <a:endParaRPr b="1" sz="3600"/>
          </a:p>
        </p:txBody>
      </p:sp>
      <p:sp>
        <p:nvSpPr>
          <p:cNvPr id="67" name="Google Shape;67;p13"/>
          <p:cNvSpPr txBox="1"/>
          <p:nvPr>
            <p:ph type="title"/>
          </p:nvPr>
        </p:nvSpPr>
        <p:spPr>
          <a:xfrm>
            <a:off x="277325" y="2907975"/>
            <a:ext cx="69465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Môn học: CS519 - Phương pháp luận NCKH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2400"/>
            </a:br>
            <a:r>
              <a:rPr b="1" lang="en" sz="2400"/>
              <a:t>Lớp: CS519.Q11.KHTN</a:t>
            </a:r>
            <a:br>
              <a:rPr b="1" lang="en" sz="2400"/>
            </a:br>
            <a:br>
              <a:rPr b="1" lang="en" sz="2400"/>
            </a:br>
            <a:r>
              <a:rPr b="1" lang="en" sz="2400"/>
              <a:t>GVHD: </a:t>
            </a:r>
            <a:r>
              <a:rPr b="1" lang="en" sz="2400" u="sng">
                <a:solidFill>
                  <a:schemeClr val="hlink"/>
                </a:solidFill>
                <a:hlinkClick r:id="rId3"/>
              </a:rPr>
              <a:t>PGS.TS</a:t>
            </a:r>
            <a:r>
              <a:rPr b="1" lang="en" sz="2400"/>
              <a:t> Lê Đình Duy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Tóm tắt 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08025" y="12715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/>
              <a:t>Link Github của nhóm: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https://github.com/NguyenPhamPhuongNam/CS519.Q11.KHTN.git</a:t>
            </a:r>
            <a:r>
              <a:rPr lang="en" sz="1800"/>
              <a:t>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Link YouTube video: </a:t>
            </a:r>
            <a:r>
              <a:rPr lang="en" sz="1800" u="sng">
                <a:solidFill>
                  <a:schemeClr val="hlink"/>
                </a:solidFill>
                <a:hlinkClick r:id="rId4"/>
              </a:rPr>
              <a:t>https://youtu.be/4WvGUZqM1mU</a:t>
            </a:r>
            <a:r>
              <a:rPr lang="en" sz="1800"/>
              <a:t> 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/>
              <a:t>Nguyễn Phạm Phương Nam                                  Hồ Ngọc Luật</a:t>
            </a:r>
            <a:endParaRPr sz="18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033" y="2470925"/>
            <a:ext cx="1572192" cy="197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44675" y="2470924"/>
            <a:ext cx="1406209" cy="1978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Giới thiệu</a:t>
            </a:r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230550" y="3663400"/>
            <a:ext cx="8682900" cy="10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Các mô hình trước không 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gắn kết tự nhiên giữa hai bài toán 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Đề xuất: 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St4RTrack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– mô hình học sâu feed-forward</a:t>
            </a:r>
            <a:br>
              <a:rPr lang="en" sz="1200"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vừa 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Reconstruction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 3D, vừa 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Tracking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 3D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trực tiếp từ video RGB</a:t>
            </a:r>
            <a:br>
              <a:rPr lang="en" sz="1200"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latin typeface="Arial"/>
                <a:ea typeface="Arial"/>
                <a:cs typeface="Arial"/>
                <a:sym typeface="Arial"/>
              </a:rPr>
              <a:t> → làm việc trong 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hệ toạ độ thế giới (world frame)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, tách được chuyển động camera và chuyển động của vật thể.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346375" y="818325"/>
            <a:ext cx="3750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econstruction: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Tái tạo ảnh 3D đối với tọa độ World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4714275" y="818350"/>
            <a:ext cx="3750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Tracking: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Theo dõi vị trí 3D của 1 điểm theo thời gian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84" name="Google Shape;8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2378" y="1616985"/>
            <a:ext cx="5101224" cy="136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Mục tiêu</a:t>
            </a:r>
            <a:endParaRPr/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460950" y="1104225"/>
            <a:ext cx="8222100" cy="31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Khai thác lại sự cộng hưởng giữa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reconstruction 3D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và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correspondence 2D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ngay cả trong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cảnh động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, bằng cách đưa thêm thông tin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chuyển động 3D dày đặc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(3D point tracking).</a:t>
            </a:r>
            <a:br>
              <a:rPr lang="en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Xây dựng một khung thống nhất để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vừa reconstruction 3D, vừa tracking 3D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trong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hệ toạ độ thế giới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, tách được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chuyển động camera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và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chuyển động cảnh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từ video RGB.</a:t>
            </a:r>
            <a:br>
              <a:rPr lang="en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Cho phép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huấn luyện và thích nghi trên video in-the-wild không có nhãn 4D đầy đủ</a:t>
            </a:r>
            <a:br>
              <a:rPr lang="en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Thiết lập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chuẩn đánh giá trong world frame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cho bài toán tracking và reconstruction 3D, hướng tới một hệ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nhận thức 4D đa nhiệm, không phụ thuộc tác vụ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Nội dung và Phương pháp</a:t>
            </a:r>
            <a:endParaRPr/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84375"/>
            <a:ext cx="8839201" cy="335208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2696700" y="728375"/>
            <a:ext cx="37506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Overview</a:t>
            </a:r>
            <a:endParaRPr sz="2500"/>
          </a:p>
          <a:p>
            <a:pPr indent="0" lvl="0" marL="9144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Nội dung và Phương pháp</a:t>
            </a:r>
            <a:endParaRPr/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4125" y="728375"/>
            <a:ext cx="6619875" cy="41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82375" y="2310700"/>
            <a:ext cx="23517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Biểu diễn 4D</a:t>
            </a:r>
            <a:endParaRPr sz="2500"/>
          </a:p>
          <a:p>
            <a:pPr indent="0" lvl="0" marL="9144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Nội dung và Phương pháp</a:t>
            </a:r>
            <a:endParaRPr/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122900" y="780625"/>
            <a:ext cx="39831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Phương pháp huấn luyện</a:t>
            </a:r>
            <a:endParaRPr sz="2500"/>
          </a:p>
          <a:p>
            <a:pPr indent="0" lvl="0" marL="9144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173975" y="1456275"/>
            <a:ext cx="32934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Pretrain trên dữ liệu 4D tổng hợp: 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2" name="Google Shape;112;p19"/>
          <p:cNvSpPr txBox="1"/>
          <p:nvPr/>
        </p:nvSpPr>
        <p:spPr>
          <a:xfrm>
            <a:off x="42250" y="1753025"/>
            <a:ext cx="39015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Quy mô nhỏ, chuyển động &amp; hình học chưa đa dạng như video thật.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Pointmap phải “di chuyển tự do” trong world frame → cần fine-tuning trên dữ liệu thực.</a:t>
            </a:r>
            <a:endParaRPr sz="1200"/>
          </a:p>
        </p:txBody>
      </p:sp>
      <p:sp>
        <p:nvSpPr>
          <p:cNvPr id="113" name="Google Shape;113;p19"/>
          <p:cNvSpPr txBox="1"/>
          <p:nvPr/>
        </p:nvSpPr>
        <p:spPr>
          <a:xfrm>
            <a:off x="42250" y="31610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Nội tại K: suy ra từ pointmap frame 1</a:t>
            </a:r>
            <a:endParaRPr/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75" y="3679550"/>
            <a:ext cx="3751401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173975" y="2797400"/>
            <a:ext cx="32934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Áp dụng lên dữ liệu thực: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16" name="Google Shape;11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5650" y="1364950"/>
            <a:ext cx="5258349" cy="3378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Kết quả dự kiến</a:t>
            </a:r>
            <a:endParaRPr/>
          </a:p>
        </p:txBody>
      </p:sp>
      <p:sp>
        <p:nvSpPr>
          <p:cNvPr id="122" name="Google Shape;122;p20"/>
          <p:cNvSpPr txBox="1"/>
          <p:nvPr>
            <p:ph idx="1" type="body"/>
          </p:nvPr>
        </p:nvSpPr>
        <p:spPr>
          <a:xfrm>
            <a:off x="471900" y="1554025"/>
            <a:ext cx="8222100" cy="20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Xây dựng một khung thống nhất để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vừa reconstruction 3D, vừa tracking 3D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Đạt kết quả chấp nhận được trên cả bài toán reconstruction 3D và tracking 3D</a:t>
            </a:r>
            <a:br>
              <a:rPr lang="en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Cung cấp benchmark mới cho bài toán tracking và reconstruction 3D trên World Coordinate, giúp thống nhất hệ tọa độ vật lý.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Tài liệu tham khảo</a:t>
            </a:r>
            <a:endParaRPr/>
          </a:p>
        </p:txBody>
      </p:sp>
      <p:sp>
        <p:nvSpPr>
          <p:cNvPr id="128" name="Google Shape;128;p21"/>
          <p:cNvSpPr txBox="1"/>
          <p:nvPr>
            <p:ph idx="1" type="body"/>
          </p:nvPr>
        </p:nvSpPr>
        <p:spPr>
          <a:xfrm>
            <a:off x="471900" y="112705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https://arxiv.org/pdf/2504.13152</a:t>
            </a:r>
            <a:r>
              <a:rPr lang="en"/>
              <a:t> : St4RTrack: Simultaneous 4D Reconstruction and Tracking in the World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Dust3r: Geometric 3d vision made easy. 2024 IEEE/CVF Conference on Computer Vision and Pattern Recognition (CVPR), pages 20697– 20709, 2023. 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https://arxiv.org/abs/2410.03825</a:t>
            </a:r>
            <a:r>
              <a:rPr lang="en"/>
              <a:t> : MONST3R: A simple approach for estimating geometry in the presence of motion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 - R01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